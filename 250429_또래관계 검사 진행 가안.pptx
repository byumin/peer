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455" r:id="rId3"/>
    <p:sldId id="446" r:id="rId4"/>
    <p:sldId id="448" r:id="rId5"/>
    <p:sldId id="449" r:id="rId6"/>
    <p:sldId id="450" r:id="rId7"/>
    <p:sldId id="451" r:id="rId8"/>
    <p:sldId id="452" r:id="rId9"/>
    <p:sldId id="456" r:id="rId10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획서" id="{49AFD8C6-76AD-47AA-A23F-19E02156C133}">
          <p14:sldIdLst>
            <p14:sldId id="259"/>
          </p14:sldIdLst>
        </p14:section>
        <p14:section name="검사 진행 구조도" id="{0741C0B2-863F-487D-8A2E-62730180DC8C}">
          <p14:sldIdLst>
            <p14:sldId id="455"/>
          </p14:sldIdLst>
        </p14:section>
        <p14:section name="교사 검사실시" id="{34BA2675-7627-40BC-B0BD-731112543644}">
          <p14:sldIdLst>
            <p14:sldId id="446"/>
            <p14:sldId id="448"/>
            <p14:sldId id="449"/>
          </p14:sldIdLst>
        </p14:section>
        <p14:section name="학생 검사실시" id="{F44687EC-0B3C-47C3-8A3F-69A1E451BF51}">
          <p14:sldIdLst>
            <p14:sldId id="450"/>
            <p14:sldId id="451"/>
            <p14:sldId id="452"/>
            <p14:sldId id="4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2F2F2"/>
    <a:srgbClr val="404040"/>
    <a:srgbClr val="BFBFBF"/>
    <a:srgbClr val="717171"/>
    <a:srgbClr val="E4E4E4"/>
    <a:srgbClr val="C0C0C0"/>
    <a:srgbClr val="606060"/>
    <a:srgbClr val="4F4F4F"/>
    <a:srgbClr val="69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747A5-26D8-4C26-A3E6-9A2B06FECF72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554A-02B6-4E18-B5F3-24D7A1B3D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39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E554A-02B6-4E18-B5F3-24D7A1B3D3A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413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E1EA7-A47F-058B-E996-1CD39C723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B4E765-B45E-BF64-089E-7B834EC74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4FE2A4-5DC1-73A7-B07C-1F143994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0BD0F8-A293-5DA0-9F2E-0F029C43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1447C-8B63-1299-7527-2CCC41CF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85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0CB1C-7287-84E1-B485-ABBE3FA2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E8BEE-9314-38CF-CADA-E117F9730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773B1B-73BB-02C1-BA1F-98FBAFAB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9E8678-EDA5-F640-6013-D889844A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F0A50-518A-BDC4-613C-51139018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37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B1BDC-A4C6-C8AE-56E0-9D7C2B20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668F9F-DD03-E76B-D292-CB7896D43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B06563-9EAA-1C89-BC0B-B2E87930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AE540-28A1-B2E6-0B46-4C0C6B69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3E9211-CFB3-96FD-9B81-C2283148F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0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7BD60-5124-8E7D-1AF4-3F17E0B3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987567-78EB-706C-E551-694D2464B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693086-2F1A-ACBE-B52C-C3E134454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FA6789-F4AC-3301-5514-ED3E6CED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B17FC7-430F-0EBD-49BA-62B55D30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5669C-68F2-0B09-08FB-1CF3B264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9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0A42D-B9F7-449D-2DB0-312610F4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F3A811-FF9D-B774-2C18-2D3BB83E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05E0BB-EF3A-0A7D-684F-DA0A4B375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980CDC-CB1E-0289-2F41-9E415815C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8AA606-1FC8-838A-EA69-B9929FF2C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04C6FA-36D9-20D9-BB39-3E7412B7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89A032-EA14-D964-518D-C8702255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3631E9-7754-7985-454B-45E6117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5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49162-F7C6-BED7-CC7B-E28EFCF3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94F1E8-857A-66EE-27B1-A890C236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9AE480-01AD-7433-B103-DE93EA76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A7DA0B-0062-335B-04DE-5260C75B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17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295AB0-5F50-C639-798C-0999CB21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7CE760-2F23-F9FF-8A8F-F4917E78C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B2D9A-3839-04CD-BB1E-054D88F5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4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366EF-078D-649A-AE04-B0FAE7C5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0E29FE-71FC-053F-AFCB-3B716299F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943B6E-BD5A-0C97-1860-B4D97293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2B138E-9165-3920-15AB-306B3AEF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E21973-C3B7-C948-1EF0-26960CAF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8D0275-63A5-5665-6061-96951B8A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55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7C376-A8A4-E847-E12E-45534123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860276-EEE8-C1EB-CCB4-0583D9A81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2A8C4-83D1-A622-2F1F-5B71F1540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DA99C6-33C3-152A-1E57-75A9E6DC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1C2A97-BB92-6183-D24D-2B700A77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7407CD-19D8-573D-B119-9FD5240F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776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AFBA8-B14B-6DEC-C1EA-0126BB03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187395-FA6A-A2E5-8CFE-93695A53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03696-551C-F050-EE70-C3723BFD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89CB99-18A9-4C47-5D53-21A5A7F7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4968E8-A137-8562-B741-E25AFBDD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34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BAE8FF-21B4-2583-0040-4929E0F2B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0A5DDC-CC45-5FE8-6F2C-E37D005C6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F44F8-6226-997D-2E10-7E6EBD9E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56821F-3896-E6C2-EE56-D8084117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E1EC9-65DA-A198-38C5-6B210245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2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만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99">
            <a:extLst>
              <a:ext uri="{FF2B5EF4-FFF2-40B4-BE49-F238E27FC236}">
                <a16:creationId xmlns:a16="http://schemas.microsoft.com/office/drawing/2014/main" id="{5A19CFBF-3EFC-6A0F-6AB9-2DA6FF28BF98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5386388"/>
          <a:ext cx="10947400" cy="692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71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Document Version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Last Updated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Organization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Author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3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6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제목 개체 틀 9"/>
          <p:cNvSpPr>
            <a:spLocks noGrp="1"/>
          </p:cNvSpPr>
          <p:nvPr>
            <p:ph type="title"/>
          </p:nvPr>
        </p:nvSpPr>
        <p:spPr>
          <a:xfrm>
            <a:off x="380571" y="2274590"/>
            <a:ext cx="11284048" cy="5760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33" i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532971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1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3288871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2" name="텍스트 개체 틀 17"/>
          <p:cNvSpPr>
            <a:spLocks noGrp="1"/>
          </p:cNvSpPr>
          <p:nvPr>
            <p:ph type="body" sz="quarter" idx="12"/>
          </p:nvPr>
        </p:nvSpPr>
        <p:spPr>
          <a:xfrm>
            <a:off x="6012690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3" name="텍스트 개체 틀 17"/>
          <p:cNvSpPr>
            <a:spLocks noGrp="1"/>
          </p:cNvSpPr>
          <p:nvPr>
            <p:ph type="body" sz="quarter" idx="13"/>
          </p:nvPr>
        </p:nvSpPr>
        <p:spPr>
          <a:xfrm>
            <a:off x="8758899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488075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783071-C1A2-CB5A-FB4F-30B36980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F0706D-986B-E0FE-B2C0-F225D9B11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DBA306-A1DD-FB7A-313E-D596C103A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F2B15-D975-481B-99F0-341FE589A79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6D869-68AA-7C3F-1D4F-946CA99B3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E657F-0DA6-E19F-DF6B-00D695139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295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4.svg"/><Relationship Id="rId17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24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23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9.png"/><Relationship Id="rId5" Type="http://schemas.openxmlformats.org/officeDocument/2006/relationships/image" Target="../media/image13.png"/><Relationship Id="rId10" Type="http://schemas.openxmlformats.org/officeDocument/2006/relationships/image" Target="../media/image12.svg"/><Relationship Id="rId4" Type="http://schemas.openxmlformats.org/officeDocument/2006/relationships/image" Target="../media/image4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.svg"/><Relationship Id="rId17" Type="http://schemas.openxmlformats.org/officeDocument/2006/relationships/image" Target="../media/image23.png"/><Relationship Id="rId2" Type="http://schemas.openxmlformats.org/officeDocument/2006/relationships/image" Target="../media/image2.png"/><Relationship Id="rId16" Type="http://schemas.openxmlformats.org/officeDocument/2006/relationships/image" Target="../media/image22.sv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9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12.svg"/><Relationship Id="rId19" Type="http://schemas.openxmlformats.org/officeDocument/2006/relationships/image" Target="../media/image25.png"/><Relationship Id="rId4" Type="http://schemas.openxmlformats.org/officeDocument/2006/relationships/image" Target="../media/image4.svg"/><Relationship Id="rId9" Type="http://schemas.openxmlformats.org/officeDocument/2006/relationships/image" Target="../media/image11.png"/><Relationship Id="rId1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3F3194-F3CB-D4FA-71FC-35BE27E39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1.0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0C61B6-8869-FC5A-1927-7BC9180B7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930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2025.04.29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152FE14-90AF-20BC-7BB7-C6DFE951D2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345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ko-KR" altLang="en-US" dirty="0" err="1"/>
              <a:t>인싸이트</a:t>
            </a:r>
            <a:r>
              <a:rPr lang="ko-KR" altLang="en-US" dirty="0"/>
              <a:t> 연구개발팀</a:t>
            </a:r>
          </a:p>
        </p:txBody>
      </p:sp>
      <p:sp>
        <p:nvSpPr>
          <p:cNvPr id="4102" name="텍스트 개체 틀 5">
            <a:extLst>
              <a:ext uri="{FF2B5EF4-FFF2-40B4-BE49-F238E27FC236}">
                <a16:creationId xmlns:a16="http://schemas.microsoft.com/office/drawing/2014/main" id="{268E0C3A-D21C-FF3B-CAE2-6505EBB2A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8238" y="5751513"/>
            <a:ext cx="2689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685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부유민</a:t>
            </a:r>
          </a:p>
        </p:txBody>
      </p:sp>
      <p:sp>
        <p:nvSpPr>
          <p:cNvPr id="10" name="제목 개체 틀 9">
            <a:extLst>
              <a:ext uri="{FF2B5EF4-FFF2-40B4-BE49-F238E27FC236}">
                <a16:creationId xmlns:a16="http://schemas.microsoft.com/office/drawing/2014/main" id="{0AABEC61-5EAB-0678-584A-A0EF6F14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78" y="2226659"/>
            <a:ext cx="10990245" cy="57606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sz="2200" b="1" spc="-150" dirty="0"/>
              <a:t>또래관계 검사  화면기획서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1F81D92-C1D6-4676-0E30-DA285F9498CE}"/>
              </a:ext>
            </a:extLst>
          </p:cNvPr>
          <p:cNvCxnSpPr>
            <a:cxnSpLocks/>
          </p:cNvCxnSpPr>
          <p:nvPr/>
        </p:nvCxnSpPr>
        <p:spPr>
          <a:xfrm>
            <a:off x="630555" y="2180939"/>
            <a:ext cx="10816908" cy="0"/>
          </a:xfrm>
          <a:prstGeom prst="line">
            <a:avLst/>
          </a:prstGeom>
          <a:ln w="19050">
            <a:solidFill>
              <a:srgbClr val="1754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827E5A3-ADD1-2C67-4DEC-43E821332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98" y="1654587"/>
            <a:ext cx="1381672" cy="52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051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CBD3-AEAA-2B8B-D45D-B596016D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53BD265-EF82-5216-4EA3-60221D0F6F2A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474233" y="2112689"/>
            <a:ext cx="9980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CD1643E-2750-2532-EC4D-C11D5E710909}"/>
              </a:ext>
            </a:extLst>
          </p:cNvPr>
          <p:cNvSpPr/>
          <p:nvPr/>
        </p:nvSpPr>
        <p:spPr>
          <a:xfrm>
            <a:off x="172146" y="295564"/>
            <a:ext cx="11847709" cy="6315309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4BB3EF4-CDB8-9AAC-985C-C09B782EA44C}"/>
              </a:ext>
            </a:extLst>
          </p:cNvPr>
          <p:cNvCxnSpPr>
            <a:cxnSpLocks/>
            <a:stCxn id="14" idx="3"/>
          </p:cNvCxnSpPr>
          <p:nvPr/>
        </p:nvCxnSpPr>
        <p:spPr>
          <a:xfrm flipH="1">
            <a:off x="3190057" y="1182972"/>
            <a:ext cx="51579" cy="4070224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BA8D75-38CA-41A2-1E80-5D9BF70C2561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11199270" y="1286367"/>
            <a:ext cx="4460" cy="3671299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B516F67-D125-D35D-2E4D-70EE6E6F0512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 flipV="1">
            <a:off x="3241636" y="1179390"/>
            <a:ext cx="3881068" cy="3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7D5294D-679E-C8A7-1655-F041F7A5F26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171020" y="2840103"/>
            <a:ext cx="95569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121587D-2EA0-74E0-86DB-2044B17DC291}"/>
              </a:ext>
            </a:extLst>
          </p:cNvPr>
          <p:cNvSpPr/>
          <p:nvPr/>
        </p:nvSpPr>
        <p:spPr>
          <a:xfrm>
            <a:off x="7122704" y="887159"/>
            <a:ext cx="3014378" cy="584461"/>
          </a:xfrm>
          <a:prstGeom prst="roundRect">
            <a:avLst>
              <a:gd name="adj" fmla="val 462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7F72B55-DCAF-98DD-1462-1FE7E3C9A9FD}"/>
              </a:ext>
            </a:extLst>
          </p:cNvPr>
          <p:cNvSpPr/>
          <p:nvPr/>
        </p:nvSpPr>
        <p:spPr>
          <a:xfrm>
            <a:off x="3458615" y="1913046"/>
            <a:ext cx="1712405" cy="1854113"/>
          </a:xfrm>
          <a:prstGeom prst="roundRect">
            <a:avLst>
              <a:gd name="adj" fmla="val 672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181D0A1-3AE2-EEE4-907E-E101878D78FA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1804156" y="1395388"/>
            <a:ext cx="0" cy="585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1B11BF8-592F-4EFE-3AB7-FD4B2F4C23BD}"/>
              </a:ext>
            </a:extLst>
          </p:cNvPr>
          <p:cNvSpPr/>
          <p:nvPr/>
        </p:nvSpPr>
        <p:spPr>
          <a:xfrm>
            <a:off x="366675" y="970555"/>
            <a:ext cx="2874961" cy="424833"/>
          </a:xfrm>
          <a:prstGeom prst="roundRect">
            <a:avLst>
              <a:gd name="adj" fmla="val 41966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6BFCE41-24A4-9E3D-DFC3-F0569F1DCF15}"/>
              </a:ext>
            </a:extLst>
          </p:cNvPr>
          <p:cNvSpPr/>
          <p:nvPr/>
        </p:nvSpPr>
        <p:spPr>
          <a:xfrm>
            <a:off x="494037" y="1051127"/>
            <a:ext cx="1156373" cy="263689"/>
          </a:xfrm>
          <a:prstGeom prst="roundRect">
            <a:avLst>
              <a:gd name="adj" fmla="val 38889"/>
            </a:avLst>
          </a:prstGeom>
          <a:solidFill>
            <a:srgbClr val="FDFFE7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마스터 회원 계정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F273D52-46B4-5FB4-83DF-2245BDE5B989}"/>
              </a:ext>
            </a:extLst>
          </p:cNvPr>
          <p:cNvSpPr/>
          <p:nvPr/>
        </p:nvSpPr>
        <p:spPr>
          <a:xfrm>
            <a:off x="1960155" y="1051127"/>
            <a:ext cx="1156373" cy="263689"/>
          </a:xfrm>
          <a:prstGeom prst="roundRect">
            <a:avLst>
              <a:gd name="adj" fmla="val 38889"/>
            </a:avLst>
          </a:prstGeom>
          <a:solidFill>
            <a:srgbClr val="DBFBDA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단체 교사회원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9179E3-0582-906E-0CD8-F966923D8BB9}"/>
              </a:ext>
            </a:extLst>
          </p:cNvPr>
          <p:cNvSpPr txBox="1"/>
          <p:nvPr/>
        </p:nvSpPr>
        <p:spPr>
          <a:xfrm>
            <a:off x="1562182" y="1076465"/>
            <a:ext cx="483945" cy="21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or</a:t>
            </a:r>
            <a:endParaRPr lang="ko-KR" altLang="en-US" sz="1200" b="1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D8FEA29-0D3A-9EE2-FB90-54C91747C5DF}"/>
              </a:ext>
            </a:extLst>
          </p:cNvPr>
          <p:cNvSpPr/>
          <p:nvPr/>
        </p:nvSpPr>
        <p:spPr>
          <a:xfrm>
            <a:off x="1134078" y="1980844"/>
            <a:ext cx="1340155" cy="263689"/>
          </a:xfrm>
          <a:prstGeom prst="roundRect">
            <a:avLst>
              <a:gd name="adj" fmla="val 3888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학생 정보 업로드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97C6CF5-BD81-D91E-3816-F796B959AC41}"/>
              </a:ext>
            </a:extLst>
          </p:cNvPr>
          <p:cNvGrpSpPr/>
          <p:nvPr/>
        </p:nvGrpSpPr>
        <p:grpSpPr>
          <a:xfrm>
            <a:off x="3704058" y="2022322"/>
            <a:ext cx="1229024" cy="1673807"/>
            <a:chOff x="3878626" y="1176318"/>
            <a:chExt cx="1501382" cy="2543195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A15E9A97-5CE0-3FE6-003D-8AB423D958A1}"/>
                </a:ext>
              </a:extLst>
            </p:cNvPr>
            <p:cNvSpPr/>
            <p:nvPr/>
          </p:nvSpPr>
          <p:spPr>
            <a:xfrm>
              <a:off x="3945317" y="1668966"/>
              <a:ext cx="1368000" cy="324000"/>
            </a:xfrm>
            <a:prstGeom prst="roundRect">
              <a:avLst>
                <a:gd name="adj" fmla="val 38889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학생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432A7E1A-085D-908A-81D3-BAF29E9EA3D8}"/>
                </a:ext>
              </a:extLst>
            </p:cNvPr>
            <p:cNvSpPr/>
            <p:nvPr/>
          </p:nvSpPr>
          <p:spPr>
            <a:xfrm>
              <a:off x="3945317" y="2147983"/>
              <a:ext cx="1368000" cy="324000"/>
            </a:xfrm>
            <a:prstGeom prst="roundRect">
              <a:avLst>
                <a:gd name="adj" fmla="val 38889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학생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2EE8068B-9A8E-7CA7-BC5E-07FB0EBF0ABB}"/>
                </a:ext>
              </a:extLst>
            </p:cNvPr>
            <p:cNvSpPr/>
            <p:nvPr/>
          </p:nvSpPr>
          <p:spPr>
            <a:xfrm>
              <a:off x="3945317" y="2627000"/>
              <a:ext cx="1368000" cy="324000"/>
            </a:xfrm>
            <a:prstGeom prst="roundRect">
              <a:avLst>
                <a:gd name="adj" fmla="val 38889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학생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2E7DE03F-3700-9EDE-5CE9-9BF86FA0710F}"/>
                </a:ext>
              </a:extLst>
            </p:cNvPr>
            <p:cNvSpPr/>
            <p:nvPr/>
          </p:nvSpPr>
          <p:spPr>
            <a:xfrm>
              <a:off x="3945317" y="3106017"/>
              <a:ext cx="1368000" cy="324000"/>
            </a:xfrm>
            <a:prstGeom prst="roundRect">
              <a:avLst>
                <a:gd name="adj" fmla="val 38889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학생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B2787277-D2BD-9312-6FCD-10A1E0077C55}"/>
                </a:ext>
              </a:extLst>
            </p:cNvPr>
            <p:cNvCxnSpPr>
              <a:cxnSpLocks/>
            </p:cNvCxnSpPr>
            <p:nvPr/>
          </p:nvCxnSpPr>
          <p:spPr>
            <a:xfrm>
              <a:off x="4629317" y="3547341"/>
              <a:ext cx="0" cy="172172"/>
            </a:xfrm>
            <a:prstGeom prst="line">
              <a:avLst/>
            </a:prstGeom>
            <a:ln w="25400" cap="rnd">
              <a:solidFill>
                <a:schemeClr val="tx1"/>
              </a:solidFill>
              <a:prstDash val="sysDot"/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F5310957-1A5A-A713-434D-33F56821897B}"/>
                </a:ext>
              </a:extLst>
            </p:cNvPr>
            <p:cNvSpPr/>
            <p:nvPr/>
          </p:nvSpPr>
          <p:spPr>
            <a:xfrm>
              <a:off x="3878626" y="1176318"/>
              <a:ext cx="1501382" cy="324001"/>
            </a:xfrm>
            <a:prstGeom prst="roundRect">
              <a:avLst>
                <a:gd name="adj" fmla="val 10381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생년월일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r>
                <a:rPr lang="ko-KR" altLang="en-US" sz="1000" dirty="0">
                  <a:solidFill>
                    <a:schemeClr val="tx1"/>
                  </a:solidFill>
                </a:rPr>
                <a:t>성</a:t>
              </a:r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이름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2800D8C-F17A-7AF9-9158-53EB9E205CC0}"/>
              </a:ext>
            </a:extLst>
          </p:cNvPr>
          <p:cNvGrpSpPr/>
          <p:nvPr/>
        </p:nvGrpSpPr>
        <p:grpSpPr>
          <a:xfrm>
            <a:off x="7278566" y="1137567"/>
            <a:ext cx="2702655" cy="213242"/>
            <a:chOff x="7242631" y="2188716"/>
            <a:chExt cx="2766069" cy="277299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AD33D70C-C918-4EFB-8EDB-55CB36A8BDA1}"/>
                </a:ext>
              </a:extLst>
            </p:cNvPr>
            <p:cNvSpPr/>
            <p:nvPr/>
          </p:nvSpPr>
          <p:spPr>
            <a:xfrm>
              <a:off x="7242631" y="2188717"/>
              <a:ext cx="1257861" cy="277298"/>
            </a:xfrm>
            <a:prstGeom prst="roundRect">
              <a:avLst>
                <a:gd name="adj" fmla="val 10381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학생평가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CFD9B0E6-7464-1DF3-98B8-BD8063D1034C}"/>
                </a:ext>
              </a:extLst>
            </p:cNvPr>
            <p:cNvSpPr/>
            <p:nvPr/>
          </p:nvSpPr>
          <p:spPr>
            <a:xfrm>
              <a:off x="8750839" y="2188716"/>
              <a:ext cx="1257861" cy="277298"/>
            </a:xfrm>
            <a:prstGeom prst="roundRect">
              <a:avLst>
                <a:gd name="adj" fmla="val 10381"/>
              </a:avLst>
            </a:prstGeom>
            <a:solidFill>
              <a:srgbClr val="A4EAA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자기보고</a:t>
              </a:r>
            </a:p>
          </p:txBody>
        </p: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BFFE6B7-6A64-50CD-64ED-FF39C9EC119A}"/>
              </a:ext>
            </a:extLst>
          </p:cNvPr>
          <p:cNvCxnSpPr>
            <a:cxnSpLocks/>
          </p:cNvCxnSpPr>
          <p:nvPr/>
        </p:nvCxnSpPr>
        <p:spPr>
          <a:xfrm flipV="1">
            <a:off x="9783987" y="2842722"/>
            <a:ext cx="867968" cy="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3ACEAF4-B29C-8173-A252-1E4932CACB32}"/>
              </a:ext>
            </a:extLst>
          </p:cNvPr>
          <p:cNvSpPr/>
          <p:nvPr/>
        </p:nvSpPr>
        <p:spPr>
          <a:xfrm>
            <a:off x="8138053" y="903026"/>
            <a:ext cx="983683" cy="213242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교사 검사 실시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91FC8D0-B244-E4B4-595C-FEF51152EA5D}"/>
              </a:ext>
            </a:extLst>
          </p:cNvPr>
          <p:cNvSpPr/>
          <p:nvPr/>
        </p:nvSpPr>
        <p:spPr>
          <a:xfrm>
            <a:off x="6769609" y="2556032"/>
            <a:ext cx="3363012" cy="584461"/>
          </a:xfrm>
          <a:prstGeom prst="roundRect">
            <a:avLst>
              <a:gd name="adj" fmla="val 462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A208CAA-45B7-8EDE-9FF8-FC1BF88F6B36}"/>
              </a:ext>
            </a:extLst>
          </p:cNvPr>
          <p:cNvSpPr/>
          <p:nvPr/>
        </p:nvSpPr>
        <p:spPr>
          <a:xfrm>
            <a:off x="7978529" y="2561524"/>
            <a:ext cx="983683" cy="213242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학생 검사 실시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2D5661-A67C-402C-70EF-25CE08F69C7C}"/>
              </a:ext>
            </a:extLst>
          </p:cNvPr>
          <p:cNvSpPr/>
          <p:nvPr/>
        </p:nvSpPr>
        <p:spPr>
          <a:xfrm>
            <a:off x="6925471" y="2805392"/>
            <a:ext cx="859487" cy="213242"/>
          </a:xfrm>
          <a:prstGeom prst="roundRect">
            <a:avLst>
              <a:gd name="adj" fmla="val 10381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또래지명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9215C78-B2A0-E168-4B74-B45189457BEE}"/>
              </a:ext>
            </a:extLst>
          </p:cNvPr>
          <p:cNvSpPr/>
          <p:nvPr/>
        </p:nvSpPr>
        <p:spPr>
          <a:xfrm>
            <a:off x="8030964" y="2805392"/>
            <a:ext cx="859487" cy="213242"/>
          </a:xfrm>
          <a:prstGeom prst="roundRect">
            <a:avLst>
              <a:gd name="adj" fmla="val 10381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자기보고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021637C-5D92-1154-8BB0-126AC98A20BB}"/>
              </a:ext>
            </a:extLst>
          </p:cNvPr>
          <p:cNvSpPr/>
          <p:nvPr/>
        </p:nvSpPr>
        <p:spPr>
          <a:xfrm>
            <a:off x="9136457" y="2810218"/>
            <a:ext cx="859487" cy="213242"/>
          </a:xfrm>
          <a:prstGeom prst="roundRect">
            <a:avLst>
              <a:gd name="adj" fmla="val 1038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문장완성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8DCC2FF-3784-8F8E-D5B1-E327437184CF}"/>
              </a:ext>
            </a:extLst>
          </p:cNvPr>
          <p:cNvSpPr/>
          <p:nvPr/>
        </p:nvSpPr>
        <p:spPr>
          <a:xfrm>
            <a:off x="5443336" y="1018514"/>
            <a:ext cx="1053955" cy="320117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?</a:t>
            </a:r>
            <a:r>
              <a:rPr lang="ko-KR" altLang="en-US" sz="1000" dirty="0">
                <a:solidFill>
                  <a:schemeClr val="tx1"/>
                </a:solidFill>
              </a:rPr>
              <a:t> 로그인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입력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진입 채널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A93D5F2-A5BF-C820-65D6-44ECC14FB2CD}"/>
              </a:ext>
            </a:extLst>
          </p:cNvPr>
          <p:cNvSpPr/>
          <p:nvPr/>
        </p:nvSpPr>
        <p:spPr>
          <a:xfrm>
            <a:off x="5493858" y="4985077"/>
            <a:ext cx="5991225" cy="605967"/>
          </a:xfrm>
          <a:prstGeom prst="roundRect">
            <a:avLst>
              <a:gd name="adj" fmla="val 899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729BB5C-A506-D6E1-410A-0A2297D34E31}"/>
              </a:ext>
            </a:extLst>
          </p:cNvPr>
          <p:cNvSpPr/>
          <p:nvPr/>
        </p:nvSpPr>
        <p:spPr>
          <a:xfrm>
            <a:off x="5683910" y="5253196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특정 학생 기반 결과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B79B6A4-D313-0005-14F2-7577BF3755E2}"/>
              </a:ext>
            </a:extLst>
          </p:cNvPr>
          <p:cNvSpPr/>
          <p:nvPr/>
        </p:nvSpPr>
        <p:spPr>
          <a:xfrm>
            <a:off x="7966989" y="4985078"/>
            <a:ext cx="1006764" cy="277298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교사용 리포트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3EE2406-4F99-05A9-4252-E4BDA8C3D435}"/>
              </a:ext>
            </a:extLst>
          </p:cNvPr>
          <p:cNvSpPr/>
          <p:nvPr/>
        </p:nvSpPr>
        <p:spPr>
          <a:xfrm>
            <a:off x="7127740" y="5253196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또래 네트워크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DB27035-43CA-F9CF-FA51-0E0B66448CC9}"/>
              </a:ext>
            </a:extLst>
          </p:cNvPr>
          <p:cNvSpPr/>
          <p:nvPr/>
        </p:nvSpPr>
        <p:spPr>
          <a:xfrm>
            <a:off x="8571570" y="5253196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네트워크 대표치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225320B-173E-BE76-3580-8556DC39DF08}"/>
              </a:ext>
            </a:extLst>
          </p:cNvPr>
          <p:cNvSpPr/>
          <p:nvPr/>
        </p:nvSpPr>
        <p:spPr>
          <a:xfrm>
            <a:off x="10015397" y="5253196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교사와 학생 비교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AA0D31A-8F79-54CB-90EA-9D90D869DA68}"/>
              </a:ext>
            </a:extLst>
          </p:cNvPr>
          <p:cNvSpPr/>
          <p:nvPr/>
        </p:nvSpPr>
        <p:spPr>
          <a:xfrm>
            <a:off x="10651955" y="2741106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학생 실시 완료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07C77C1-A5EE-DFEC-490D-7CDA31641FA5}"/>
              </a:ext>
            </a:extLst>
          </p:cNvPr>
          <p:cNvSpPr/>
          <p:nvPr/>
        </p:nvSpPr>
        <p:spPr>
          <a:xfrm>
            <a:off x="10651955" y="1073126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교사 실시 완료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34697E2-300E-6E16-399D-9271AA1B26D9}"/>
              </a:ext>
            </a:extLst>
          </p:cNvPr>
          <p:cNvCxnSpPr>
            <a:cxnSpLocks/>
            <a:stCxn id="11" idx="3"/>
            <a:endCxn id="41" idx="1"/>
          </p:cNvCxnSpPr>
          <p:nvPr/>
        </p:nvCxnSpPr>
        <p:spPr>
          <a:xfrm>
            <a:off x="10137082" y="1179390"/>
            <a:ext cx="514873" cy="3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BE6ECBE-81A9-5440-12B2-75171E22E9F7}"/>
              </a:ext>
            </a:extLst>
          </p:cNvPr>
          <p:cNvSpPr/>
          <p:nvPr/>
        </p:nvSpPr>
        <p:spPr>
          <a:xfrm>
            <a:off x="9993876" y="4642448"/>
            <a:ext cx="983683" cy="213242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완료된 시점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D8D65A4-1AFC-3CE1-D56B-9B9F726CAAF8}"/>
              </a:ext>
            </a:extLst>
          </p:cNvPr>
          <p:cNvSpPr/>
          <p:nvPr/>
        </p:nvSpPr>
        <p:spPr>
          <a:xfrm>
            <a:off x="2636738" y="5694643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결과분석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5624202-DA12-E88D-D2F7-295A93EE0A05}"/>
              </a:ext>
            </a:extLst>
          </p:cNvPr>
          <p:cNvSpPr/>
          <p:nvPr/>
        </p:nvSpPr>
        <p:spPr>
          <a:xfrm>
            <a:off x="2636738" y="5329626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마이페이지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D21EE04-F2D3-A665-E577-6725806B5B31}"/>
              </a:ext>
            </a:extLst>
          </p:cNvPr>
          <p:cNvCxnSpPr>
            <a:cxnSpLocks/>
          </p:cNvCxnSpPr>
          <p:nvPr/>
        </p:nvCxnSpPr>
        <p:spPr>
          <a:xfrm>
            <a:off x="3758651" y="5617890"/>
            <a:ext cx="1630126" cy="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5BF0382-605D-E5C9-11D6-17C10E1CCE69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350926" y="2848263"/>
            <a:ext cx="14186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C161770-10AE-312E-F006-1C947ED64026}"/>
              </a:ext>
            </a:extLst>
          </p:cNvPr>
          <p:cNvSpPr/>
          <p:nvPr/>
        </p:nvSpPr>
        <p:spPr>
          <a:xfrm>
            <a:off x="5443337" y="2674014"/>
            <a:ext cx="1053955" cy="320117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?</a:t>
            </a:r>
            <a:r>
              <a:rPr lang="ko-KR" altLang="en-US" sz="1000" dirty="0">
                <a:solidFill>
                  <a:schemeClr val="tx1"/>
                </a:solidFill>
              </a:rPr>
              <a:t> 로그인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입력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진입 채널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43B3D8F-0903-0111-284F-64844ED1786A}"/>
              </a:ext>
            </a:extLst>
          </p:cNvPr>
          <p:cNvSpPr/>
          <p:nvPr/>
        </p:nvSpPr>
        <p:spPr>
          <a:xfrm>
            <a:off x="5493858" y="5694643"/>
            <a:ext cx="5991225" cy="605967"/>
          </a:xfrm>
          <a:prstGeom prst="roundRect">
            <a:avLst>
              <a:gd name="adj" fmla="val 899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BDEC688-15CC-2D6D-F98E-C0721C606E29}"/>
              </a:ext>
            </a:extLst>
          </p:cNvPr>
          <p:cNvSpPr/>
          <p:nvPr/>
        </p:nvSpPr>
        <p:spPr>
          <a:xfrm>
            <a:off x="5683910" y="5962762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특정 학생 기반 결과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0A34ECE-5B6D-ACCE-1209-9C2A17BC40F3}"/>
              </a:ext>
            </a:extLst>
          </p:cNvPr>
          <p:cNvSpPr/>
          <p:nvPr/>
        </p:nvSpPr>
        <p:spPr>
          <a:xfrm>
            <a:off x="7966989" y="5694644"/>
            <a:ext cx="1006764" cy="277298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학부모용 리포트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62857C8-F81B-E773-6C1A-33FCC63CDB5A}"/>
              </a:ext>
            </a:extLst>
          </p:cNvPr>
          <p:cNvSpPr/>
          <p:nvPr/>
        </p:nvSpPr>
        <p:spPr>
          <a:xfrm>
            <a:off x="7127740" y="5962762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또래 네트워크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4707935-FC8B-3E50-FBCB-CFE5C3E486F2}"/>
              </a:ext>
            </a:extLst>
          </p:cNvPr>
          <p:cNvSpPr/>
          <p:nvPr/>
        </p:nvSpPr>
        <p:spPr>
          <a:xfrm>
            <a:off x="8571570" y="5962762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네트워크 대표치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A9AD326-245D-983C-A621-2E10CA68FD7B}"/>
              </a:ext>
            </a:extLst>
          </p:cNvPr>
          <p:cNvSpPr/>
          <p:nvPr/>
        </p:nvSpPr>
        <p:spPr>
          <a:xfrm>
            <a:off x="10015397" y="5962762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문장완성</a:t>
            </a:r>
          </a:p>
        </p:txBody>
      </p:sp>
    </p:spTree>
    <p:extLst>
      <p:ext uri="{BB962C8B-B14F-4D97-AF65-F5344CB8AC3E}">
        <p14:creationId xmlns:p14="http://schemas.microsoft.com/office/powerpoint/2010/main" val="30069782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D4F4-5C50-CDC0-D766-9400BF09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94121EE-313B-2381-74FC-18BA6CC86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F7B4893-07AA-658D-8D27-A2E4FD358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174312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T-3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100" dirty="0"/>
                        <a:t>검사 안내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D43037-F2E8-676E-9A97-524569167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693821"/>
              </p:ext>
            </p:extLst>
          </p:nvPr>
        </p:nvGraphicFramePr>
        <p:xfrm>
          <a:off x="9095796" y="141289"/>
          <a:ext cx="2961267" cy="181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교사용 검사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검사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안내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학생평가 문항 및 응답 안내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자기보고 문항 및 응답 안내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3454BF9C-8A3B-4BAC-1D44-02E578730DA7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A3A596-9055-4733-1CA0-3B84AA8B2599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871331-4727-7829-CBFF-087C2906A77C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D8D3533-3745-8A8A-C909-224911A965B4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DC7F0A-4D4B-3C89-0B85-1495089C8528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AC6AB6E2-D48F-3D8C-1642-45559FED8DE3}"/>
              </a:ext>
            </a:extLst>
          </p:cNvPr>
          <p:cNvSpPr/>
          <p:nvPr/>
        </p:nvSpPr>
        <p:spPr>
          <a:xfrm>
            <a:off x="2457450" y="2162495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C9488-3955-2EC3-10C9-58D66D44D8F2}"/>
              </a:ext>
            </a:extLst>
          </p:cNvPr>
          <p:cNvSpPr txBox="1"/>
          <p:nvPr/>
        </p:nvSpPr>
        <p:spPr>
          <a:xfrm>
            <a:off x="2236311" y="1707585"/>
            <a:ext cx="1577657" cy="283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또래관계 검사 안내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84E9C-EA56-C305-3C07-1AF8FA931438}"/>
              </a:ext>
            </a:extLst>
          </p:cNvPr>
          <p:cNvSpPr txBox="1"/>
          <p:nvPr/>
        </p:nvSpPr>
        <p:spPr>
          <a:xfrm>
            <a:off x="2564469" y="2448781"/>
            <a:ext cx="3583774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대해 신중하게 고려한 후 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-5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평가해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F9547-1975-B307-27D4-0D3157FE1D21}"/>
              </a:ext>
            </a:extLst>
          </p:cNvPr>
          <p:cNvSpPr txBox="1"/>
          <p:nvPr/>
        </p:nvSpPr>
        <p:spPr>
          <a:xfrm>
            <a:off x="2564469" y="4392022"/>
            <a:ext cx="4074456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교사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본인 또는 학급 전체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대상으로 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스스로 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-5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평가해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CE83A07-903B-E379-DA7C-148A16D4A89C}"/>
              </a:ext>
            </a:extLst>
          </p:cNvPr>
          <p:cNvSpPr/>
          <p:nvPr/>
        </p:nvSpPr>
        <p:spPr>
          <a:xfrm>
            <a:off x="2564468" y="2680650"/>
            <a:ext cx="4252257" cy="1271094"/>
          </a:xfrm>
          <a:prstGeom prst="roundRect">
            <a:avLst>
              <a:gd name="adj" fmla="val 51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D3575D8-6C1B-62DD-90FA-CF776FB37B98}"/>
              </a:ext>
            </a:extLst>
          </p:cNvPr>
          <p:cNvSpPr/>
          <p:nvPr/>
        </p:nvSpPr>
        <p:spPr>
          <a:xfrm>
            <a:off x="2853006" y="3234004"/>
            <a:ext cx="3641431" cy="2632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73BE2A6-E4EA-F107-AD98-592188C443A8}"/>
              </a:ext>
            </a:extLst>
          </p:cNvPr>
          <p:cNvSpPr/>
          <p:nvPr/>
        </p:nvSpPr>
        <p:spPr>
          <a:xfrm>
            <a:off x="2853355" y="3507758"/>
            <a:ext cx="3638846" cy="263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445DD1-1250-BA51-9CE1-8E6AE142B3B4}"/>
              </a:ext>
            </a:extLst>
          </p:cNvPr>
          <p:cNvSpPr txBox="1"/>
          <p:nvPr/>
        </p:nvSpPr>
        <p:spPr>
          <a:xfrm>
            <a:off x="2572089" y="2751127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학생의 주요과목에 대한 성취도를 평가해주세요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0A24263-0946-E945-DCF3-87736484BE1A}"/>
              </a:ext>
            </a:extLst>
          </p:cNvPr>
          <p:cNvSpPr/>
          <p:nvPr/>
        </p:nvSpPr>
        <p:spPr>
          <a:xfrm>
            <a:off x="2954254" y="3302524"/>
            <a:ext cx="468000" cy="14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37CEB52-1D73-3F58-3649-ACAB6E4CE13F}"/>
              </a:ext>
            </a:extLst>
          </p:cNvPr>
          <p:cNvSpPr/>
          <p:nvPr/>
        </p:nvSpPr>
        <p:spPr>
          <a:xfrm>
            <a:off x="2954254" y="3573666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이준호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A3E326C-13C1-3BC7-408A-13E68CA5DBF1}"/>
              </a:ext>
            </a:extLst>
          </p:cNvPr>
          <p:cNvSpPr/>
          <p:nvPr/>
        </p:nvSpPr>
        <p:spPr>
          <a:xfrm>
            <a:off x="4707505" y="3014335"/>
            <a:ext cx="599132" cy="214976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2EE676C-6B1B-F936-E73B-F91362ABD149}"/>
              </a:ext>
            </a:extLst>
          </p:cNvPr>
          <p:cNvSpPr/>
          <p:nvPr/>
        </p:nvSpPr>
        <p:spPr>
          <a:xfrm>
            <a:off x="4108373" y="3014335"/>
            <a:ext cx="599132" cy="21497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989EFCB-E0D6-9E7D-1633-6C0DE351DA4E}"/>
              </a:ext>
            </a:extLst>
          </p:cNvPr>
          <p:cNvSpPr/>
          <p:nvPr/>
        </p:nvSpPr>
        <p:spPr>
          <a:xfrm>
            <a:off x="3513237" y="3014335"/>
            <a:ext cx="599132" cy="21497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21D54B-F80B-98DB-AA44-CC69139819ED}"/>
              </a:ext>
            </a:extLst>
          </p:cNvPr>
          <p:cNvSpPr txBox="1"/>
          <p:nvPr/>
        </p:nvSpPr>
        <p:spPr>
          <a:xfrm>
            <a:off x="3487803" y="3039566"/>
            <a:ext cx="67708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ABC596-5F72-EA81-DC10-9DDEDEEB7796}"/>
              </a:ext>
            </a:extLst>
          </p:cNvPr>
          <p:cNvSpPr txBox="1"/>
          <p:nvPr/>
        </p:nvSpPr>
        <p:spPr>
          <a:xfrm>
            <a:off x="4079281" y="3039566"/>
            <a:ext cx="69203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그렇지</a:t>
            </a:r>
            <a:endParaRPr lang="en-US" altLang="ko-KR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E6F162E-EDC0-5976-8D78-25A25F8B63AF}"/>
              </a:ext>
            </a:extLst>
          </p:cNvPr>
          <p:cNvSpPr/>
          <p:nvPr/>
        </p:nvSpPr>
        <p:spPr>
          <a:xfrm>
            <a:off x="5904575" y="3014335"/>
            <a:ext cx="587626" cy="214976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13BBDC3-D491-C1F6-14CE-6AF7FB8D5B68}"/>
              </a:ext>
            </a:extLst>
          </p:cNvPr>
          <p:cNvSpPr/>
          <p:nvPr/>
        </p:nvSpPr>
        <p:spPr>
          <a:xfrm>
            <a:off x="4111762" y="3233236"/>
            <a:ext cx="594550" cy="269830"/>
          </a:xfrm>
          <a:prstGeom prst="roundRect">
            <a:avLst>
              <a:gd name="adj" fmla="val 0"/>
            </a:avLst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824640-0A37-6350-565E-6E32BBA4431D}"/>
              </a:ext>
            </a:extLst>
          </p:cNvPr>
          <p:cNvSpPr txBox="1"/>
          <p:nvPr/>
        </p:nvSpPr>
        <p:spPr>
          <a:xfrm>
            <a:off x="4685713" y="3091595"/>
            <a:ext cx="686957" cy="84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보통이다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3" name="그래픽 32" descr="배지 1 윤곽선">
            <a:extLst>
              <a:ext uri="{FF2B5EF4-FFF2-40B4-BE49-F238E27FC236}">
                <a16:creationId xmlns:a16="http://schemas.microsoft.com/office/drawing/2014/main" id="{08F43065-0EBF-5A18-57E7-0F19D6D14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5973" y="3293345"/>
            <a:ext cx="144000" cy="144000"/>
          </a:xfrm>
          <a:prstGeom prst="rect">
            <a:avLst/>
          </a:prstGeom>
        </p:spPr>
      </p:pic>
      <p:pic>
        <p:nvPicPr>
          <p:cNvPr id="35" name="그래픽 34" descr="배지 윤곽선">
            <a:extLst>
              <a:ext uri="{FF2B5EF4-FFF2-40B4-BE49-F238E27FC236}">
                <a16:creationId xmlns:a16="http://schemas.microsoft.com/office/drawing/2014/main" id="{788A92DF-05B8-56C1-4CCC-7072A77817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2809" y="3293345"/>
            <a:ext cx="144000" cy="144000"/>
          </a:xfrm>
          <a:prstGeom prst="rect">
            <a:avLst/>
          </a:prstGeom>
        </p:spPr>
      </p:pic>
      <p:pic>
        <p:nvPicPr>
          <p:cNvPr id="37" name="그래픽 36" descr="배지 3 윤곽선">
            <a:extLst>
              <a:ext uri="{FF2B5EF4-FFF2-40B4-BE49-F238E27FC236}">
                <a16:creationId xmlns:a16="http://schemas.microsoft.com/office/drawing/2014/main" id="{FBD893E8-039F-084B-EED0-6012F82E16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9645" y="3293345"/>
            <a:ext cx="144000" cy="144000"/>
          </a:xfrm>
          <a:prstGeom prst="rect">
            <a:avLst/>
          </a:prstGeom>
        </p:spPr>
      </p:pic>
      <p:pic>
        <p:nvPicPr>
          <p:cNvPr id="39" name="그래픽 38" descr="배지 4 윤곽선">
            <a:extLst>
              <a:ext uri="{FF2B5EF4-FFF2-40B4-BE49-F238E27FC236}">
                <a16:creationId xmlns:a16="http://schemas.microsoft.com/office/drawing/2014/main" id="{7D9A364D-7ED1-62C7-E310-4DE3AC3822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26481" y="3293345"/>
            <a:ext cx="144000" cy="144000"/>
          </a:xfrm>
          <a:prstGeom prst="rect">
            <a:avLst/>
          </a:prstGeom>
        </p:spPr>
      </p:pic>
      <p:pic>
        <p:nvPicPr>
          <p:cNvPr id="41" name="그래픽 40" descr="배지 5 윤곽선">
            <a:extLst>
              <a:ext uri="{FF2B5EF4-FFF2-40B4-BE49-F238E27FC236}">
                <a16:creationId xmlns:a16="http://schemas.microsoft.com/office/drawing/2014/main" id="{8CF5B247-A5CB-74B9-5F2F-694AB4777F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23317" y="3293345"/>
            <a:ext cx="144000" cy="1440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7CA5CB-862E-9940-61DE-B27B1E240A2C}"/>
              </a:ext>
            </a:extLst>
          </p:cNvPr>
          <p:cNvSpPr/>
          <p:nvPr/>
        </p:nvSpPr>
        <p:spPr>
          <a:xfrm>
            <a:off x="5305917" y="3014335"/>
            <a:ext cx="599132" cy="214976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2ACEB5-B87E-8045-47FD-1616FBE3C162}"/>
              </a:ext>
            </a:extLst>
          </p:cNvPr>
          <p:cNvSpPr txBox="1"/>
          <p:nvPr/>
        </p:nvSpPr>
        <p:spPr>
          <a:xfrm>
            <a:off x="5287065" y="3091595"/>
            <a:ext cx="680024" cy="84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그렇다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482813-CB7E-6A15-1965-1226AE5902E8}"/>
              </a:ext>
            </a:extLst>
          </p:cNvPr>
          <p:cNvSpPr txBox="1"/>
          <p:nvPr/>
        </p:nvSpPr>
        <p:spPr>
          <a:xfrm>
            <a:off x="5881484" y="3091595"/>
            <a:ext cx="658085" cy="84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3" name="그래픽 52" descr="배지 1 윤곽선">
            <a:extLst>
              <a:ext uri="{FF2B5EF4-FFF2-40B4-BE49-F238E27FC236}">
                <a16:creationId xmlns:a16="http://schemas.microsoft.com/office/drawing/2014/main" id="{651314AA-A285-D4EE-2C16-29A9B9D3A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5973" y="3557123"/>
            <a:ext cx="144000" cy="144000"/>
          </a:xfrm>
          <a:prstGeom prst="rect">
            <a:avLst/>
          </a:prstGeom>
        </p:spPr>
      </p:pic>
      <p:pic>
        <p:nvPicPr>
          <p:cNvPr id="54" name="그래픽 53" descr="배지 윤곽선">
            <a:extLst>
              <a:ext uri="{FF2B5EF4-FFF2-40B4-BE49-F238E27FC236}">
                <a16:creationId xmlns:a16="http://schemas.microsoft.com/office/drawing/2014/main" id="{21F8C183-1033-E68B-E10A-B4CA06594D6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33885" y="3557123"/>
            <a:ext cx="144000" cy="144000"/>
          </a:xfrm>
          <a:prstGeom prst="rect">
            <a:avLst/>
          </a:prstGeom>
        </p:spPr>
      </p:pic>
      <p:pic>
        <p:nvPicPr>
          <p:cNvPr id="55" name="그래픽 54" descr="배지 3 윤곽선">
            <a:extLst>
              <a:ext uri="{FF2B5EF4-FFF2-40B4-BE49-F238E27FC236}">
                <a16:creationId xmlns:a16="http://schemas.microsoft.com/office/drawing/2014/main" id="{0758E7F2-70BE-5027-9C14-9C513A2DB0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1797" y="3557123"/>
            <a:ext cx="144000" cy="144000"/>
          </a:xfrm>
          <a:prstGeom prst="rect">
            <a:avLst/>
          </a:prstGeom>
        </p:spPr>
      </p:pic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9FFA8823-2F19-E565-6CAB-C9385A879489}"/>
              </a:ext>
            </a:extLst>
          </p:cNvPr>
          <p:cNvSpPr/>
          <p:nvPr/>
        </p:nvSpPr>
        <p:spPr>
          <a:xfrm>
            <a:off x="5312587" y="3507757"/>
            <a:ext cx="591515" cy="263212"/>
          </a:xfrm>
          <a:prstGeom prst="roundRect">
            <a:avLst>
              <a:gd name="adj" fmla="val 0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래픽 56" descr="배지 5 윤곽선">
            <a:extLst>
              <a:ext uri="{FF2B5EF4-FFF2-40B4-BE49-F238E27FC236}">
                <a16:creationId xmlns:a16="http://schemas.microsoft.com/office/drawing/2014/main" id="{A5728A7D-7C5E-578E-DA81-BE732B07C0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27620" y="3557123"/>
            <a:ext cx="144000" cy="144000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ECBD5FA6-526D-994B-8CDC-018AF4EEF68E}"/>
              </a:ext>
            </a:extLst>
          </p:cNvPr>
          <p:cNvSpPr/>
          <p:nvPr/>
        </p:nvSpPr>
        <p:spPr>
          <a:xfrm>
            <a:off x="2853008" y="3014335"/>
            <a:ext cx="657871" cy="2149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B57F9B-3E62-757D-CC1F-EB9BA772037D}"/>
              </a:ext>
            </a:extLst>
          </p:cNvPr>
          <p:cNvSpPr txBox="1"/>
          <p:nvPr/>
        </p:nvSpPr>
        <p:spPr>
          <a:xfrm>
            <a:off x="2882211" y="3078895"/>
            <a:ext cx="608678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6" name="그래픽 65" descr="배지 4 윤곽선">
            <a:extLst>
              <a:ext uri="{FF2B5EF4-FFF2-40B4-BE49-F238E27FC236}">
                <a16:creationId xmlns:a16="http://schemas.microsoft.com/office/drawing/2014/main" id="{94BD74BE-F375-04BA-86E1-88A9EEE210C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29709" y="3562022"/>
            <a:ext cx="144000" cy="144000"/>
          </a:xfrm>
          <a:prstGeom prst="rect">
            <a:avLst/>
          </a:prstGeom>
        </p:spPr>
      </p:pic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E289BF5-66AD-0B0A-57BA-50BDA558A6AB}"/>
              </a:ext>
            </a:extLst>
          </p:cNvPr>
          <p:cNvCxnSpPr>
            <a:cxnSpLocks/>
          </p:cNvCxnSpPr>
          <p:nvPr/>
        </p:nvCxnSpPr>
        <p:spPr>
          <a:xfrm>
            <a:off x="2846685" y="3014334"/>
            <a:ext cx="0" cy="756635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3A149CC-9E87-C2CB-45C1-226B2E2CB600}"/>
              </a:ext>
            </a:extLst>
          </p:cNvPr>
          <p:cNvCxnSpPr>
            <a:cxnSpLocks/>
          </p:cNvCxnSpPr>
          <p:nvPr/>
        </p:nvCxnSpPr>
        <p:spPr>
          <a:xfrm>
            <a:off x="6495588" y="3014334"/>
            <a:ext cx="0" cy="756635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765C5CEA-5C87-1B18-FA21-53BD230C7D65}"/>
              </a:ext>
            </a:extLst>
          </p:cNvPr>
          <p:cNvCxnSpPr>
            <a:cxnSpLocks/>
          </p:cNvCxnSpPr>
          <p:nvPr/>
        </p:nvCxnSpPr>
        <p:spPr>
          <a:xfrm>
            <a:off x="2846685" y="3014334"/>
            <a:ext cx="3645516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8571F01-C111-946C-BD95-C97F9C0494DD}"/>
              </a:ext>
            </a:extLst>
          </p:cNvPr>
          <p:cNvCxnSpPr>
            <a:cxnSpLocks/>
          </p:cNvCxnSpPr>
          <p:nvPr/>
        </p:nvCxnSpPr>
        <p:spPr>
          <a:xfrm>
            <a:off x="2853355" y="3229311"/>
            <a:ext cx="3638846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D138BBA-A0DA-43C6-70DC-5D80A23A8EE4}"/>
              </a:ext>
            </a:extLst>
          </p:cNvPr>
          <p:cNvCxnSpPr>
            <a:cxnSpLocks/>
          </p:cNvCxnSpPr>
          <p:nvPr/>
        </p:nvCxnSpPr>
        <p:spPr>
          <a:xfrm>
            <a:off x="2853355" y="3770969"/>
            <a:ext cx="3649134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B07C1A69-8DF9-CAD8-4C64-91253F5E8BDE}"/>
              </a:ext>
            </a:extLst>
          </p:cNvPr>
          <p:cNvCxnSpPr>
            <a:cxnSpLocks/>
          </p:cNvCxnSpPr>
          <p:nvPr/>
        </p:nvCxnSpPr>
        <p:spPr>
          <a:xfrm>
            <a:off x="3510880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A4672E1-F15F-F1DD-C1CC-4D4EABA25754}"/>
              </a:ext>
            </a:extLst>
          </p:cNvPr>
          <p:cNvCxnSpPr>
            <a:cxnSpLocks/>
          </p:cNvCxnSpPr>
          <p:nvPr/>
        </p:nvCxnSpPr>
        <p:spPr>
          <a:xfrm>
            <a:off x="4108373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C3AA9329-0F1A-11D0-5B56-C59210DBC1AF}"/>
              </a:ext>
            </a:extLst>
          </p:cNvPr>
          <p:cNvCxnSpPr>
            <a:cxnSpLocks/>
          </p:cNvCxnSpPr>
          <p:nvPr/>
        </p:nvCxnSpPr>
        <p:spPr>
          <a:xfrm>
            <a:off x="4707505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182C85A-F587-2642-51EC-8DCA234978E9}"/>
              </a:ext>
            </a:extLst>
          </p:cNvPr>
          <p:cNvCxnSpPr>
            <a:cxnSpLocks/>
          </p:cNvCxnSpPr>
          <p:nvPr/>
        </p:nvCxnSpPr>
        <p:spPr>
          <a:xfrm>
            <a:off x="5305917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BC75CEA-42B8-F83F-BE80-A48D61B341C3}"/>
              </a:ext>
            </a:extLst>
          </p:cNvPr>
          <p:cNvCxnSpPr>
            <a:cxnSpLocks/>
          </p:cNvCxnSpPr>
          <p:nvPr/>
        </p:nvCxnSpPr>
        <p:spPr>
          <a:xfrm>
            <a:off x="5904575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E0821C6A-F25E-7C6E-07B8-552F0613A458}"/>
              </a:ext>
            </a:extLst>
          </p:cNvPr>
          <p:cNvSpPr/>
          <p:nvPr/>
        </p:nvSpPr>
        <p:spPr>
          <a:xfrm>
            <a:off x="2564468" y="4641320"/>
            <a:ext cx="4252257" cy="679072"/>
          </a:xfrm>
          <a:prstGeom prst="roundRect">
            <a:avLst>
              <a:gd name="adj" fmla="val 103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92C6551-2421-DE40-E106-F25BD41871FF}"/>
              </a:ext>
            </a:extLst>
          </p:cNvPr>
          <p:cNvSpPr txBox="1"/>
          <p:nvPr/>
        </p:nvSpPr>
        <p:spPr>
          <a:xfrm>
            <a:off x="2572089" y="4702504"/>
            <a:ext cx="450498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학생들을 위해 학급에서 친구들과 함께 사이좋게 지내는 것의 중요성을 강조한다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09C2DE-65BA-0C93-1A39-BE1AB36360EE}"/>
              </a:ext>
            </a:extLst>
          </p:cNvPr>
          <p:cNvSpPr txBox="1"/>
          <p:nvPr/>
        </p:nvSpPr>
        <p:spPr>
          <a:xfrm>
            <a:off x="2497470" y="2158509"/>
            <a:ext cx="1133743" cy="1392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1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학생평가</a:t>
            </a:r>
          </a:p>
        </p:txBody>
      </p:sp>
      <p:pic>
        <p:nvPicPr>
          <p:cNvPr id="91" name="그래픽 90" descr="배지 1 윤곽선">
            <a:extLst>
              <a:ext uri="{FF2B5EF4-FFF2-40B4-BE49-F238E27FC236}">
                <a16:creationId xmlns:a16="http://schemas.microsoft.com/office/drawing/2014/main" id="{C615C820-7847-E3B6-4CAD-8D72FEA40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159" y="4984539"/>
            <a:ext cx="162000" cy="162000"/>
          </a:xfrm>
          <a:prstGeom prst="rect">
            <a:avLst/>
          </a:prstGeom>
        </p:spPr>
      </p:pic>
      <p:pic>
        <p:nvPicPr>
          <p:cNvPr id="92" name="그래픽 91" descr="배지 윤곽선">
            <a:extLst>
              <a:ext uri="{FF2B5EF4-FFF2-40B4-BE49-F238E27FC236}">
                <a16:creationId xmlns:a16="http://schemas.microsoft.com/office/drawing/2014/main" id="{23D7209D-61E2-0093-97BE-4352709667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33618" y="4984539"/>
            <a:ext cx="162000" cy="162000"/>
          </a:xfrm>
          <a:prstGeom prst="rect">
            <a:avLst/>
          </a:prstGeom>
        </p:spPr>
      </p:pic>
      <p:pic>
        <p:nvPicPr>
          <p:cNvPr id="93" name="그래픽 92" descr="배지 3 윤곽선">
            <a:extLst>
              <a:ext uri="{FF2B5EF4-FFF2-40B4-BE49-F238E27FC236}">
                <a16:creationId xmlns:a16="http://schemas.microsoft.com/office/drawing/2014/main" id="{6B9FFCF2-A388-62DF-9E6C-AE744F2972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6077" y="4984539"/>
            <a:ext cx="162000" cy="162000"/>
          </a:xfrm>
          <a:prstGeom prst="rect">
            <a:avLst/>
          </a:prstGeom>
        </p:spPr>
      </p:pic>
      <p:pic>
        <p:nvPicPr>
          <p:cNvPr id="94" name="그래픽 93" descr="배지 5 윤곽선">
            <a:extLst>
              <a:ext uri="{FF2B5EF4-FFF2-40B4-BE49-F238E27FC236}">
                <a16:creationId xmlns:a16="http://schemas.microsoft.com/office/drawing/2014/main" id="{A63868D4-4F7E-C046-D63B-9B10D888E3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40995" y="4984539"/>
            <a:ext cx="162000" cy="162000"/>
          </a:xfrm>
          <a:prstGeom prst="rect">
            <a:avLst/>
          </a:prstGeom>
        </p:spPr>
      </p:pic>
      <p:pic>
        <p:nvPicPr>
          <p:cNvPr id="95" name="그래픽 94" descr="배지 4 윤곽선">
            <a:extLst>
              <a:ext uri="{FF2B5EF4-FFF2-40B4-BE49-F238E27FC236}">
                <a16:creationId xmlns:a16="http://schemas.microsoft.com/office/drawing/2014/main" id="{D1CA0390-FF41-1091-44F2-801235E2D0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38536" y="4984539"/>
            <a:ext cx="162000" cy="1620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4B86DFF-E714-2061-FD0C-B9990968B3AD}"/>
              </a:ext>
            </a:extLst>
          </p:cNvPr>
          <p:cNvSpPr txBox="1"/>
          <p:nvPr/>
        </p:nvSpPr>
        <p:spPr>
          <a:xfrm>
            <a:off x="2846685" y="4973206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EE280FC-E57C-39AE-9C44-0E4E5DDBBD2C}"/>
              </a:ext>
            </a:extLst>
          </p:cNvPr>
          <p:cNvSpPr txBox="1"/>
          <p:nvPr/>
        </p:nvSpPr>
        <p:spPr>
          <a:xfrm>
            <a:off x="5820932" y="5019373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9D4653C3-7672-0C51-0772-87F6E6E7B861}"/>
              </a:ext>
            </a:extLst>
          </p:cNvPr>
          <p:cNvSpPr/>
          <p:nvPr/>
        </p:nvSpPr>
        <p:spPr>
          <a:xfrm>
            <a:off x="6492201" y="5637068"/>
            <a:ext cx="431799" cy="165619"/>
          </a:xfrm>
          <a:prstGeom prst="roundRect">
            <a:avLst>
              <a:gd name="adj" fmla="val 15401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검사 실시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C5070F8-F606-FBF2-E059-080548D4F762}"/>
              </a:ext>
            </a:extLst>
          </p:cNvPr>
          <p:cNvSpPr/>
          <p:nvPr/>
        </p:nvSpPr>
        <p:spPr>
          <a:xfrm>
            <a:off x="2322372" y="2063451"/>
            <a:ext cx="4627409" cy="3476289"/>
          </a:xfrm>
          <a:prstGeom prst="roundRect">
            <a:avLst>
              <a:gd name="adj" fmla="val 263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7D1AFA9-D25E-D3AC-C93B-7551F8B0C02C}"/>
              </a:ext>
            </a:extLst>
          </p:cNvPr>
          <p:cNvSpPr/>
          <p:nvPr/>
        </p:nvSpPr>
        <p:spPr>
          <a:xfrm>
            <a:off x="2457450" y="4119961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C035E-3112-4F89-9D77-8EEA28CBB3ED}"/>
              </a:ext>
            </a:extLst>
          </p:cNvPr>
          <p:cNvSpPr txBox="1"/>
          <p:nvPr/>
        </p:nvSpPr>
        <p:spPr>
          <a:xfrm>
            <a:off x="2402640" y="4064157"/>
            <a:ext cx="1577657" cy="231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2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자기보고</a:t>
            </a:r>
          </a:p>
        </p:txBody>
      </p:sp>
    </p:spTree>
    <p:extLst>
      <p:ext uri="{BB962C8B-B14F-4D97-AF65-F5344CB8AC3E}">
        <p14:creationId xmlns:p14="http://schemas.microsoft.com/office/powerpoint/2010/main" val="117171640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029E-E958-CE79-B855-5C6D551E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E457571-3110-502B-E4DD-0092D884F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838839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학생평가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T-4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1BA847C-EB7B-0A78-6EC8-8761BD48F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304305"/>
              </p:ext>
            </p:extLst>
          </p:nvPr>
        </p:nvGraphicFramePr>
        <p:xfrm>
          <a:off x="9095796" y="141289"/>
          <a:ext cx="2961267" cy="313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검사 안내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학급에서 본인을 제외한 학생 이름이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행방향으로 나열되며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 형태는 일반적인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리커트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척도로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무응답이 검사의 완결성에 영향을 주기에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다음과 같이 응답 유도하는 형태로 제안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포커싱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가장 적절하다고 생각하는 번호를 선택해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선택을 강제하도록 개발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E46F9ED3-417B-18DE-F6CE-12D27313BB81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52DBE1-E2F1-AEA6-0A13-3B6645B35C13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67965F-E3AF-12FA-372E-8344918A4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3D68C42-EB7F-DEB5-26D1-BCF0C3D31B08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EEEC789-5D78-BFAA-FEA7-F654CD408D17}"/>
              </a:ext>
            </a:extLst>
          </p:cNvPr>
          <p:cNvSpPr/>
          <p:nvPr/>
        </p:nvSpPr>
        <p:spPr>
          <a:xfrm>
            <a:off x="2594454" y="2112823"/>
            <a:ext cx="3996846" cy="2806836"/>
          </a:xfrm>
          <a:prstGeom prst="roundRect">
            <a:avLst>
              <a:gd name="adj" fmla="val 2110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8F884-413B-C707-1B97-0E42A8AC0E4C}"/>
              </a:ext>
            </a:extLst>
          </p:cNvPr>
          <p:cNvSpPr txBox="1"/>
          <p:nvPr/>
        </p:nvSpPr>
        <p:spPr>
          <a:xfrm>
            <a:off x="2531276" y="1928157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학생의 주요과목에 대한 성취도를 평가해주세요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98" name="그림 197">
            <a:extLst>
              <a:ext uri="{FF2B5EF4-FFF2-40B4-BE49-F238E27FC236}">
                <a16:creationId xmlns:a16="http://schemas.microsoft.com/office/drawing/2014/main" id="{E9BC1C3D-37D1-CF1E-CF59-55533DEF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75"/>
          <a:stretch/>
        </p:blipFill>
        <p:spPr>
          <a:xfrm>
            <a:off x="2710529" y="2203307"/>
            <a:ext cx="3682303" cy="2716352"/>
          </a:xfrm>
          <a:prstGeom prst="rect">
            <a:avLst/>
          </a:prstGeom>
        </p:spPr>
      </p:pic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8F99065E-DCD3-FDE6-A3E7-C91FA3F2F6DA}"/>
              </a:ext>
            </a:extLst>
          </p:cNvPr>
          <p:cNvSpPr/>
          <p:nvPr/>
        </p:nvSpPr>
        <p:spPr>
          <a:xfrm>
            <a:off x="6392832" y="2203307"/>
            <a:ext cx="69881" cy="27163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268FF7A9-0BA9-0E12-DB60-6B10A83FAF84}"/>
              </a:ext>
            </a:extLst>
          </p:cNvPr>
          <p:cNvSpPr/>
          <p:nvPr/>
        </p:nvSpPr>
        <p:spPr>
          <a:xfrm>
            <a:off x="6392832" y="2249292"/>
            <a:ext cx="69881" cy="36690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1532987-91C6-05B8-DF82-7C500026FE60}"/>
              </a:ext>
            </a:extLst>
          </p:cNvPr>
          <p:cNvSpPr txBox="1"/>
          <p:nvPr/>
        </p:nvSpPr>
        <p:spPr>
          <a:xfrm>
            <a:off x="2531276" y="5093397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아이는 반 아이들 사이에서 인기가 있다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08" name="그림 207">
            <a:extLst>
              <a:ext uri="{FF2B5EF4-FFF2-40B4-BE49-F238E27FC236}">
                <a16:creationId xmlns:a16="http://schemas.microsoft.com/office/drawing/2014/main" id="{19EEB733-7AA0-4AAF-E34B-282AF5EA23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315"/>
          <a:stretch/>
        </p:blipFill>
        <p:spPr>
          <a:xfrm>
            <a:off x="2598046" y="5280487"/>
            <a:ext cx="3993226" cy="122508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1DE16-BC9A-33C8-97FF-CB7A909E7297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A4FD7C26-B632-F760-00D3-646BF4EF1E9B}"/>
              </a:ext>
            </a:extLst>
          </p:cNvPr>
          <p:cNvSpPr/>
          <p:nvPr/>
        </p:nvSpPr>
        <p:spPr>
          <a:xfrm>
            <a:off x="2587785" y="2112823"/>
            <a:ext cx="3996846" cy="2806836"/>
          </a:xfrm>
          <a:prstGeom prst="roundRect">
            <a:avLst>
              <a:gd name="adj" fmla="val 2110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FF4F09CE-A13F-9ACB-E73A-64281FBEBAAA}"/>
              </a:ext>
            </a:extLst>
          </p:cNvPr>
          <p:cNvSpPr/>
          <p:nvPr/>
        </p:nvSpPr>
        <p:spPr>
          <a:xfrm>
            <a:off x="2590960" y="5286822"/>
            <a:ext cx="3996846" cy="1218752"/>
          </a:xfrm>
          <a:prstGeom prst="roundRect">
            <a:avLst>
              <a:gd name="adj" fmla="val 4194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B040D3AD-4724-9F32-7587-A9C010DCA3CD}"/>
              </a:ext>
            </a:extLst>
          </p:cNvPr>
          <p:cNvSpPr/>
          <p:nvPr/>
        </p:nvSpPr>
        <p:spPr>
          <a:xfrm>
            <a:off x="2587785" y="1867559"/>
            <a:ext cx="3996846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79E46870-0DAF-CF31-D27C-D487C94E1B06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2EE308DD-A549-BD31-2DEB-4A055ADB3DC9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대해 신중하게 고려한 후 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-5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평가해 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CC207F1-16AF-42F3-5F5D-B95E98F80932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1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학생평가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A80C4EB1-EF84-2B85-724C-FC06E67E583D}"/>
              </a:ext>
            </a:extLst>
          </p:cNvPr>
          <p:cNvSpPr/>
          <p:nvPr/>
        </p:nvSpPr>
        <p:spPr>
          <a:xfrm>
            <a:off x="2598634" y="1867559"/>
            <a:ext cx="377396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3064B432-FE51-9E0E-2696-1A23617DE17A}"/>
              </a:ext>
            </a:extLst>
          </p:cNvPr>
          <p:cNvSpPr/>
          <p:nvPr/>
        </p:nvSpPr>
        <p:spPr>
          <a:xfrm>
            <a:off x="6305550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 음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3540FB12-3D25-C43F-FA01-C92658789F96}"/>
              </a:ext>
            </a:extLst>
          </p:cNvPr>
          <p:cNvSpPr/>
          <p:nvPr/>
        </p:nvSpPr>
        <p:spPr>
          <a:xfrm>
            <a:off x="5963554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F0F0DCAA-FD92-ABC3-8959-02E4D4C495A0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87928990-A703-570C-5635-96A0FE07E76A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4962C0C0-F678-574B-5617-A6A7981E7B53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31" name="그래픽 230" descr="위쪽 캐럿 단색으로 채워진">
              <a:extLst>
                <a:ext uri="{FF2B5EF4-FFF2-40B4-BE49-F238E27FC236}">
                  <a16:creationId xmlns:a16="http://schemas.microsoft.com/office/drawing/2014/main" id="{C7430030-73A4-9156-EEB5-1F7DFABD9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232" name="그래픽 231" descr="위쪽 캐럿 단색으로 채워진">
              <a:extLst>
                <a:ext uri="{FF2B5EF4-FFF2-40B4-BE49-F238E27FC236}">
                  <a16:creationId xmlns:a16="http://schemas.microsoft.com/office/drawing/2014/main" id="{7C1EFA5F-3B44-9E17-9B90-AE3F9B154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990521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8D5FE-0A41-C6C6-D4C2-11272E56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998129D-3F14-AC74-3CCA-E01455A5D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766C2D01-706C-770F-D25F-1A23790EAAFF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CB5678B-C51C-990A-6DE1-E9AC44CBF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90527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자기보고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T-5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6532043-7A1B-F18C-FE25-067DD51F8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443317"/>
              </p:ext>
            </p:extLst>
          </p:nvPr>
        </p:nvGraphicFramePr>
        <p:xfrm>
          <a:off x="9095796" y="141289"/>
          <a:ext cx="2961267" cy="3291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학생평가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 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문항 수가 적어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상단에 문항 내용을 넣고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일반적인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리커트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척도로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자기보고의 경우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무응답이 검사의 완결성에 영향을 주기에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다음과 같이 응답 유도하는 형태로 제안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포커싱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가장 적절하다고 생각하는 번호를 선택해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선택을 강제하도록 개발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CD3F9B3B-1C7D-CE0F-E210-11AD72583341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7ACEE6-C948-5041-A2CE-FB680E531DB2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4C145D-4C0D-07CB-4B12-BED177292887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BCDD559-5CB8-FBB4-5FB8-B7F16AAD0055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81B50B1-E520-00DA-B181-104318D2AB7A}"/>
              </a:ext>
            </a:extLst>
          </p:cNvPr>
          <p:cNvSpPr/>
          <p:nvPr/>
        </p:nvSpPr>
        <p:spPr>
          <a:xfrm>
            <a:off x="2564469" y="2003743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01C1B30E-5646-F693-31B0-FE1AE11DC3B7}"/>
              </a:ext>
            </a:extLst>
          </p:cNvPr>
          <p:cNvSpPr/>
          <p:nvPr/>
        </p:nvSpPr>
        <p:spPr>
          <a:xfrm>
            <a:off x="2622009" y="2052172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05C0311-1582-FE61-AE26-F82B71A74C57}"/>
              </a:ext>
            </a:extLst>
          </p:cNvPr>
          <p:cNvSpPr txBox="1"/>
          <p:nvPr/>
        </p:nvSpPr>
        <p:spPr>
          <a:xfrm>
            <a:off x="2606523" y="2064927"/>
            <a:ext cx="395842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학생들을 위해 학급에서 친구들과 함께 사이좋게 지내는 것의 중요성을 강조한다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5" name="그래픽 84" descr="배지 1 윤곽선">
            <a:extLst>
              <a:ext uri="{FF2B5EF4-FFF2-40B4-BE49-F238E27FC236}">
                <a16:creationId xmlns:a16="http://schemas.microsoft.com/office/drawing/2014/main" id="{AC30830B-FAFE-14B3-7D55-71E1BA581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2346962"/>
            <a:ext cx="162000" cy="162000"/>
          </a:xfrm>
          <a:prstGeom prst="rect">
            <a:avLst/>
          </a:prstGeom>
        </p:spPr>
      </p:pic>
      <p:pic>
        <p:nvPicPr>
          <p:cNvPr id="91" name="그래픽 90" descr="배지 3 윤곽선">
            <a:extLst>
              <a:ext uri="{FF2B5EF4-FFF2-40B4-BE49-F238E27FC236}">
                <a16:creationId xmlns:a16="http://schemas.microsoft.com/office/drawing/2014/main" id="{779B6E58-69C5-357E-1D06-B0BBCD533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2346962"/>
            <a:ext cx="162000" cy="162000"/>
          </a:xfrm>
          <a:prstGeom prst="rect">
            <a:avLst/>
          </a:prstGeom>
        </p:spPr>
      </p:pic>
      <p:pic>
        <p:nvPicPr>
          <p:cNvPr id="92" name="그래픽 91" descr="배지 5 윤곽선">
            <a:extLst>
              <a:ext uri="{FF2B5EF4-FFF2-40B4-BE49-F238E27FC236}">
                <a16:creationId xmlns:a16="http://schemas.microsoft.com/office/drawing/2014/main" id="{02A19943-9FDC-234D-6E60-5932AE3823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2346962"/>
            <a:ext cx="162000" cy="162000"/>
          </a:xfrm>
          <a:prstGeom prst="rect">
            <a:avLst/>
          </a:prstGeom>
        </p:spPr>
      </p:pic>
      <p:pic>
        <p:nvPicPr>
          <p:cNvPr id="93" name="그래픽 92" descr="배지 4 윤곽선">
            <a:extLst>
              <a:ext uri="{FF2B5EF4-FFF2-40B4-BE49-F238E27FC236}">
                <a16:creationId xmlns:a16="http://schemas.microsoft.com/office/drawing/2014/main" id="{80536AB3-AA70-00DF-F8B6-880FFC7801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2346962"/>
            <a:ext cx="162000" cy="1620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A3D3BDBE-5F28-DCA5-BEF6-A469F7A2C3FD}"/>
              </a:ext>
            </a:extLst>
          </p:cNvPr>
          <p:cNvSpPr txBox="1"/>
          <p:nvPr/>
        </p:nvSpPr>
        <p:spPr>
          <a:xfrm>
            <a:off x="2732385" y="2335629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CFCC4B8-ADD7-7D0B-5FAB-039F6653AD75}"/>
              </a:ext>
            </a:extLst>
          </p:cNvPr>
          <p:cNvSpPr txBox="1"/>
          <p:nvPr/>
        </p:nvSpPr>
        <p:spPr>
          <a:xfrm>
            <a:off x="5706632" y="2381796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A271CAD-DD10-04BA-31A2-C2ADED5F5E6D}"/>
              </a:ext>
            </a:extLst>
          </p:cNvPr>
          <p:cNvSpPr/>
          <p:nvPr/>
        </p:nvSpPr>
        <p:spPr>
          <a:xfrm>
            <a:off x="2564469" y="2743999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D96F9963-34E4-F1D4-2BAE-27CA8AF3DADC}"/>
              </a:ext>
            </a:extLst>
          </p:cNvPr>
          <p:cNvSpPr/>
          <p:nvPr/>
        </p:nvSpPr>
        <p:spPr>
          <a:xfrm>
            <a:off x="2622009" y="2787590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811F6E0-4AF9-FDC2-F3F1-38384384F8D1}"/>
              </a:ext>
            </a:extLst>
          </p:cNvPr>
          <p:cNvSpPr txBox="1"/>
          <p:nvPr/>
        </p:nvSpPr>
        <p:spPr>
          <a:xfrm>
            <a:off x="2606523" y="2805183"/>
            <a:ext cx="35529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인기있는 학생의 영향력이 과하게 나타나지 않도록 학급 환경을 조성한다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3" name="그래픽 102" descr="배지 1 윤곽선">
            <a:extLst>
              <a:ext uri="{FF2B5EF4-FFF2-40B4-BE49-F238E27FC236}">
                <a16:creationId xmlns:a16="http://schemas.microsoft.com/office/drawing/2014/main" id="{36BCBD45-1A83-66E1-76B7-82B13118B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3087218"/>
            <a:ext cx="162000" cy="162000"/>
          </a:xfrm>
          <a:prstGeom prst="rect">
            <a:avLst/>
          </a:prstGeom>
        </p:spPr>
      </p:pic>
      <p:pic>
        <p:nvPicPr>
          <p:cNvPr id="107" name="그래픽 106" descr="배지 윤곽선">
            <a:extLst>
              <a:ext uri="{FF2B5EF4-FFF2-40B4-BE49-F238E27FC236}">
                <a16:creationId xmlns:a16="http://schemas.microsoft.com/office/drawing/2014/main" id="{E98994AE-44A2-038F-4C7E-8C9933B598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318" y="3087218"/>
            <a:ext cx="162000" cy="162000"/>
          </a:xfrm>
          <a:prstGeom prst="rect">
            <a:avLst/>
          </a:prstGeom>
        </p:spPr>
      </p:pic>
      <p:pic>
        <p:nvPicPr>
          <p:cNvPr id="108" name="그래픽 107" descr="배지 3 윤곽선">
            <a:extLst>
              <a:ext uri="{FF2B5EF4-FFF2-40B4-BE49-F238E27FC236}">
                <a16:creationId xmlns:a16="http://schemas.microsoft.com/office/drawing/2014/main" id="{948E736C-9A32-F92A-DC2B-4A6E9B856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3087218"/>
            <a:ext cx="162000" cy="162000"/>
          </a:xfrm>
          <a:prstGeom prst="rect">
            <a:avLst/>
          </a:prstGeom>
        </p:spPr>
      </p:pic>
      <p:pic>
        <p:nvPicPr>
          <p:cNvPr id="109" name="그래픽 108" descr="배지 5 윤곽선">
            <a:extLst>
              <a:ext uri="{FF2B5EF4-FFF2-40B4-BE49-F238E27FC236}">
                <a16:creationId xmlns:a16="http://schemas.microsoft.com/office/drawing/2014/main" id="{FF7D563A-5554-68C9-7833-A829A380EA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3087218"/>
            <a:ext cx="162000" cy="162000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12F87B0E-4879-A23D-A879-76745C6FCF4E}"/>
              </a:ext>
            </a:extLst>
          </p:cNvPr>
          <p:cNvSpPr txBox="1"/>
          <p:nvPr/>
        </p:nvSpPr>
        <p:spPr>
          <a:xfrm>
            <a:off x="2732385" y="3075885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D5FF565-92AD-8E5B-92CC-90F8D3A5A356}"/>
              </a:ext>
            </a:extLst>
          </p:cNvPr>
          <p:cNvSpPr txBox="1"/>
          <p:nvPr/>
        </p:nvSpPr>
        <p:spPr>
          <a:xfrm>
            <a:off x="5706632" y="3122052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DE846D56-A9DA-392C-C58C-9A59451093BF}"/>
              </a:ext>
            </a:extLst>
          </p:cNvPr>
          <p:cNvSpPr/>
          <p:nvPr/>
        </p:nvSpPr>
        <p:spPr>
          <a:xfrm>
            <a:off x="2564469" y="3483120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B9930C4B-EEB5-2A93-D87F-B65C986854D0}"/>
              </a:ext>
            </a:extLst>
          </p:cNvPr>
          <p:cNvSpPr/>
          <p:nvPr/>
        </p:nvSpPr>
        <p:spPr>
          <a:xfrm>
            <a:off x="2622009" y="3532774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CD97BA1-1644-4E40-85A9-5596F3E103DA}"/>
              </a:ext>
            </a:extLst>
          </p:cNvPr>
          <p:cNvSpPr txBox="1"/>
          <p:nvPr/>
        </p:nvSpPr>
        <p:spPr>
          <a:xfrm>
            <a:off x="2606523" y="3544304"/>
            <a:ext cx="36228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학생도 친구들로부터 인정을 받을 수 있는 기회를 만들어 준다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0" name="그래픽 119" descr="배지 1 윤곽선">
            <a:extLst>
              <a:ext uri="{FF2B5EF4-FFF2-40B4-BE49-F238E27FC236}">
                <a16:creationId xmlns:a16="http://schemas.microsoft.com/office/drawing/2014/main" id="{8B4D23FA-3844-AA47-F5E7-6DE7E8DAA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3826339"/>
            <a:ext cx="162000" cy="162000"/>
          </a:xfrm>
          <a:prstGeom prst="rect">
            <a:avLst/>
          </a:prstGeom>
        </p:spPr>
      </p:pic>
      <p:pic>
        <p:nvPicPr>
          <p:cNvPr id="122" name="그래픽 121" descr="배지 3 윤곽선">
            <a:extLst>
              <a:ext uri="{FF2B5EF4-FFF2-40B4-BE49-F238E27FC236}">
                <a16:creationId xmlns:a16="http://schemas.microsoft.com/office/drawing/2014/main" id="{D6DCD054-3528-25B0-A7F2-8C4F2B761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3826339"/>
            <a:ext cx="162000" cy="162000"/>
          </a:xfrm>
          <a:prstGeom prst="rect">
            <a:avLst/>
          </a:prstGeom>
        </p:spPr>
      </p:pic>
      <p:pic>
        <p:nvPicPr>
          <p:cNvPr id="123" name="그래픽 122" descr="배지 5 윤곽선">
            <a:extLst>
              <a:ext uri="{FF2B5EF4-FFF2-40B4-BE49-F238E27FC236}">
                <a16:creationId xmlns:a16="http://schemas.microsoft.com/office/drawing/2014/main" id="{EA606D61-1284-65DD-1FBB-A09BE7070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3826339"/>
            <a:ext cx="162000" cy="162000"/>
          </a:xfrm>
          <a:prstGeom prst="rect">
            <a:avLst/>
          </a:prstGeom>
        </p:spPr>
      </p:pic>
      <p:pic>
        <p:nvPicPr>
          <p:cNvPr id="124" name="그래픽 123" descr="배지 4 윤곽선">
            <a:extLst>
              <a:ext uri="{FF2B5EF4-FFF2-40B4-BE49-F238E27FC236}">
                <a16:creationId xmlns:a16="http://schemas.microsoft.com/office/drawing/2014/main" id="{6DC18C88-E133-9C87-F664-F9F10DBA70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3826339"/>
            <a:ext cx="162000" cy="16200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2074C462-5056-5A19-FF50-8DE4364D7547}"/>
              </a:ext>
            </a:extLst>
          </p:cNvPr>
          <p:cNvSpPr txBox="1"/>
          <p:nvPr/>
        </p:nvSpPr>
        <p:spPr>
          <a:xfrm>
            <a:off x="2732385" y="3815006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48E05BF-2184-5C5A-5B61-A7CEC6A1186D}"/>
              </a:ext>
            </a:extLst>
          </p:cNvPr>
          <p:cNvSpPr txBox="1"/>
          <p:nvPr/>
        </p:nvSpPr>
        <p:spPr>
          <a:xfrm>
            <a:off x="5706632" y="3861173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9FE9F3A9-55CA-BFF4-FF3A-A821CD6AF197}"/>
              </a:ext>
            </a:extLst>
          </p:cNvPr>
          <p:cNvSpPr/>
          <p:nvPr/>
        </p:nvSpPr>
        <p:spPr>
          <a:xfrm>
            <a:off x="2564469" y="4222241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9A92E4DB-94BF-81AC-4A16-63CE6BADA86D}"/>
              </a:ext>
            </a:extLst>
          </p:cNvPr>
          <p:cNvSpPr/>
          <p:nvPr/>
        </p:nvSpPr>
        <p:spPr>
          <a:xfrm>
            <a:off x="2622009" y="4270670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3B72DD5-07CB-053D-3192-393E135C4D02}"/>
              </a:ext>
            </a:extLst>
          </p:cNvPr>
          <p:cNvSpPr txBox="1"/>
          <p:nvPr/>
        </p:nvSpPr>
        <p:spPr>
          <a:xfrm>
            <a:off x="2606523" y="4283425"/>
            <a:ext cx="40228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학생들을 위해 학급에서 친구들과 함께 사이좋게 지내는 것의 중요성을 강조한다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30" name="그래픽 129" descr="배지 윤곽선">
            <a:extLst>
              <a:ext uri="{FF2B5EF4-FFF2-40B4-BE49-F238E27FC236}">
                <a16:creationId xmlns:a16="http://schemas.microsoft.com/office/drawing/2014/main" id="{92C92F32-E776-CFF5-9169-EBA6E412DE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318" y="4565460"/>
            <a:ext cx="162000" cy="162000"/>
          </a:xfrm>
          <a:prstGeom prst="rect">
            <a:avLst/>
          </a:prstGeom>
        </p:spPr>
      </p:pic>
      <p:pic>
        <p:nvPicPr>
          <p:cNvPr id="131" name="그래픽 130" descr="배지 3 윤곽선">
            <a:extLst>
              <a:ext uri="{FF2B5EF4-FFF2-40B4-BE49-F238E27FC236}">
                <a16:creationId xmlns:a16="http://schemas.microsoft.com/office/drawing/2014/main" id="{E318435E-698E-65EA-1143-E63B972532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4565460"/>
            <a:ext cx="162000" cy="162000"/>
          </a:xfrm>
          <a:prstGeom prst="rect">
            <a:avLst/>
          </a:prstGeom>
        </p:spPr>
      </p:pic>
      <p:pic>
        <p:nvPicPr>
          <p:cNvPr id="132" name="그래픽 131" descr="배지 5 윤곽선">
            <a:extLst>
              <a:ext uri="{FF2B5EF4-FFF2-40B4-BE49-F238E27FC236}">
                <a16:creationId xmlns:a16="http://schemas.microsoft.com/office/drawing/2014/main" id="{E9F572DD-02A2-E83C-9BF5-C9CE0C846E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4565460"/>
            <a:ext cx="162000" cy="162000"/>
          </a:xfrm>
          <a:prstGeom prst="rect">
            <a:avLst/>
          </a:prstGeom>
        </p:spPr>
      </p:pic>
      <p:pic>
        <p:nvPicPr>
          <p:cNvPr id="158" name="그래픽 157" descr="배지 4 윤곽선">
            <a:extLst>
              <a:ext uri="{FF2B5EF4-FFF2-40B4-BE49-F238E27FC236}">
                <a16:creationId xmlns:a16="http://schemas.microsoft.com/office/drawing/2014/main" id="{6D581847-D3DE-8CB0-CF63-7D8F2DDD1E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4565460"/>
            <a:ext cx="162000" cy="162000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819C0D5C-C4E9-4225-C4DD-6C39BEE78C8D}"/>
              </a:ext>
            </a:extLst>
          </p:cNvPr>
          <p:cNvSpPr txBox="1"/>
          <p:nvPr/>
        </p:nvSpPr>
        <p:spPr>
          <a:xfrm>
            <a:off x="2732385" y="4554127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0DD5BC6-756D-4048-232F-123D93383D6E}"/>
              </a:ext>
            </a:extLst>
          </p:cNvPr>
          <p:cNvSpPr txBox="1"/>
          <p:nvPr/>
        </p:nvSpPr>
        <p:spPr>
          <a:xfrm>
            <a:off x="5706632" y="4600294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7D41FF89-2148-557A-C079-4E266879D167}"/>
              </a:ext>
            </a:extLst>
          </p:cNvPr>
          <p:cNvSpPr/>
          <p:nvPr/>
        </p:nvSpPr>
        <p:spPr>
          <a:xfrm>
            <a:off x="2564469" y="4987349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81C50662-AA9E-1361-5910-584D4EFD9B18}"/>
              </a:ext>
            </a:extLst>
          </p:cNvPr>
          <p:cNvSpPr/>
          <p:nvPr/>
        </p:nvSpPr>
        <p:spPr>
          <a:xfrm>
            <a:off x="2622009" y="5036849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6BC777F-AE31-CBE2-73F4-EC9E646F952D}"/>
              </a:ext>
            </a:extLst>
          </p:cNvPr>
          <p:cNvSpPr txBox="1"/>
          <p:nvPr/>
        </p:nvSpPr>
        <p:spPr>
          <a:xfrm>
            <a:off x="2606523" y="5048533"/>
            <a:ext cx="40228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학생을 위해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인기있는 학생과 </a:t>
            </a:r>
            <a:r>
              <a:rPr lang="ko-KR" altLang="en-US" sz="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짝궁을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맺어주거나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다른 친구들과 함께 공부할 수 있는 기회를 제공한다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63" name="그래픽 162" descr="배지 1 윤곽선">
            <a:extLst>
              <a:ext uri="{FF2B5EF4-FFF2-40B4-BE49-F238E27FC236}">
                <a16:creationId xmlns:a16="http://schemas.microsoft.com/office/drawing/2014/main" id="{7F8D7FE8-B3DC-7AE0-6F7B-C235A2901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5330568"/>
            <a:ext cx="162000" cy="162000"/>
          </a:xfrm>
          <a:prstGeom prst="rect">
            <a:avLst/>
          </a:prstGeom>
        </p:spPr>
      </p:pic>
      <p:pic>
        <p:nvPicPr>
          <p:cNvPr id="164" name="그래픽 163" descr="배지 윤곽선">
            <a:extLst>
              <a:ext uri="{FF2B5EF4-FFF2-40B4-BE49-F238E27FC236}">
                <a16:creationId xmlns:a16="http://schemas.microsoft.com/office/drawing/2014/main" id="{0AD899F6-BEB2-EEF3-4827-DC436A3A40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318" y="5330568"/>
            <a:ext cx="162000" cy="162000"/>
          </a:xfrm>
          <a:prstGeom prst="rect">
            <a:avLst/>
          </a:prstGeom>
        </p:spPr>
      </p:pic>
      <p:pic>
        <p:nvPicPr>
          <p:cNvPr id="165" name="그래픽 164" descr="배지 3 윤곽선">
            <a:extLst>
              <a:ext uri="{FF2B5EF4-FFF2-40B4-BE49-F238E27FC236}">
                <a16:creationId xmlns:a16="http://schemas.microsoft.com/office/drawing/2014/main" id="{4FA15B00-5D6B-E452-916B-578AB08933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5330568"/>
            <a:ext cx="162000" cy="162000"/>
          </a:xfrm>
          <a:prstGeom prst="rect">
            <a:avLst/>
          </a:prstGeom>
        </p:spPr>
      </p:pic>
      <p:pic>
        <p:nvPicPr>
          <p:cNvPr id="166" name="그래픽 165" descr="배지 5 윤곽선">
            <a:extLst>
              <a:ext uri="{FF2B5EF4-FFF2-40B4-BE49-F238E27FC236}">
                <a16:creationId xmlns:a16="http://schemas.microsoft.com/office/drawing/2014/main" id="{188C0464-68D5-00E5-F837-E619F9E151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5330568"/>
            <a:ext cx="162000" cy="162000"/>
          </a:xfrm>
          <a:prstGeom prst="rect">
            <a:avLst/>
          </a:prstGeom>
        </p:spPr>
      </p:pic>
      <p:pic>
        <p:nvPicPr>
          <p:cNvPr id="167" name="그래픽 166" descr="배지 4 윤곽선">
            <a:extLst>
              <a:ext uri="{FF2B5EF4-FFF2-40B4-BE49-F238E27FC236}">
                <a16:creationId xmlns:a16="http://schemas.microsoft.com/office/drawing/2014/main" id="{7CCD2AF4-27C0-6A82-4772-54014A7207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5330568"/>
            <a:ext cx="162000" cy="162000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E49DD02D-C60D-6FFC-8347-B9C9270C6E91}"/>
              </a:ext>
            </a:extLst>
          </p:cNvPr>
          <p:cNvSpPr txBox="1"/>
          <p:nvPr/>
        </p:nvSpPr>
        <p:spPr>
          <a:xfrm>
            <a:off x="2732385" y="5319235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3CF201A-B3ED-FFB2-4B36-8BCF572811EA}"/>
              </a:ext>
            </a:extLst>
          </p:cNvPr>
          <p:cNvSpPr txBox="1"/>
          <p:nvPr/>
        </p:nvSpPr>
        <p:spPr>
          <a:xfrm>
            <a:off x="5706632" y="5365402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27C34D73-EA74-CE82-07E8-F2FB24503A19}"/>
              </a:ext>
            </a:extLst>
          </p:cNvPr>
          <p:cNvSpPr/>
          <p:nvPr/>
        </p:nvSpPr>
        <p:spPr>
          <a:xfrm>
            <a:off x="2564469" y="5727605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9429EE21-2771-9168-0CC6-12B70CBF3783}"/>
              </a:ext>
            </a:extLst>
          </p:cNvPr>
          <p:cNvSpPr/>
          <p:nvPr/>
        </p:nvSpPr>
        <p:spPr>
          <a:xfrm>
            <a:off x="2622009" y="5786551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FCF8399-58F5-F613-8B8C-59A889D8E006}"/>
              </a:ext>
            </a:extLst>
          </p:cNvPr>
          <p:cNvSpPr txBox="1"/>
          <p:nvPr/>
        </p:nvSpPr>
        <p:spPr>
          <a:xfrm>
            <a:off x="2606524" y="5788789"/>
            <a:ext cx="367074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학급에서 </a:t>
            </a:r>
            <a:r>
              <a:rPr lang="ko-KR" altLang="en-US" sz="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또래들간의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인기의 균형을 이루도록 노력한다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72" name="그래픽 171" descr="배지 1 윤곽선">
            <a:extLst>
              <a:ext uri="{FF2B5EF4-FFF2-40B4-BE49-F238E27FC236}">
                <a16:creationId xmlns:a16="http://schemas.microsoft.com/office/drawing/2014/main" id="{85789B08-2AFF-BA3B-906C-5E162337A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6070824"/>
            <a:ext cx="162000" cy="162000"/>
          </a:xfrm>
          <a:prstGeom prst="rect">
            <a:avLst/>
          </a:prstGeom>
        </p:spPr>
      </p:pic>
      <p:pic>
        <p:nvPicPr>
          <p:cNvPr id="173" name="그래픽 172" descr="배지 윤곽선">
            <a:extLst>
              <a:ext uri="{FF2B5EF4-FFF2-40B4-BE49-F238E27FC236}">
                <a16:creationId xmlns:a16="http://schemas.microsoft.com/office/drawing/2014/main" id="{FD8F5F24-0793-1A57-0376-5E3E4EC6DC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318" y="6070824"/>
            <a:ext cx="162000" cy="162000"/>
          </a:xfrm>
          <a:prstGeom prst="rect">
            <a:avLst/>
          </a:prstGeom>
        </p:spPr>
      </p:pic>
      <p:pic>
        <p:nvPicPr>
          <p:cNvPr id="174" name="그래픽 173" descr="배지 3 윤곽선">
            <a:extLst>
              <a:ext uri="{FF2B5EF4-FFF2-40B4-BE49-F238E27FC236}">
                <a16:creationId xmlns:a16="http://schemas.microsoft.com/office/drawing/2014/main" id="{014A9CE3-9B04-699D-2100-1431731D7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6070824"/>
            <a:ext cx="162000" cy="162000"/>
          </a:xfrm>
          <a:prstGeom prst="rect">
            <a:avLst/>
          </a:prstGeom>
        </p:spPr>
      </p:pic>
      <p:pic>
        <p:nvPicPr>
          <p:cNvPr id="175" name="그래픽 174" descr="배지 5 윤곽선">
            <a:extLst>
              <a:ext uri="{FF2B5EF4-FFF2-40B4-BE49-F238E27FC236}">
                <a16:creationId xmlns:a16="http://schemas.microsoft.com/office/drawing/2014/main" id="{8E94B1D3-3B5B-B30B-6EAC-4D9C075547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6070824"/>
            <a:ext cx="162000" cy="162000"/>
          </a:xfrm>
          <a:prstGeom prst="rect">
            <a:avLst/>
          </a:prstGeom>
        </p:spPr>
      </p:pic>
      <p:pic>
        <p:nvPicPr>
          <p:cNvPr id="176" name="그래픽 175" descr="배지 4 윤곽선">
            <a:extLst>
              <a:ext uri="{FF2B5EF4-FFF2-40B4-BE49-F238E27FC236}">
                <a16:creationId xmlns:a16="http://schemas.microsoft.com/office/drawing/2014/main" id="{3C8A6BDE-DF11-E873-BBA2-72226C7E1F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6070824"/>
            <a:ext cx="162000" cy="162000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E5D2F6DB-7DF6-6F7B-FAA1-A8532D21F06C}"/>
              </a:ext>
            </a:extLst>
          </p:cNvPr>
          <p:cNvSpPr txBox="1"/>
          <p:nvPr/>
        </p:nvSpPr>
        <p:spPr>
          <a:xfrm>
            <a:off x="2732385" y="6059491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0E0A6F1-8BD0-CA42-F0F1-5FF607097DAC}"/>
              </a:ext>
            </a:extLst>
          </p:cNvPr>
          <p:cNvSpPr txBox="1"/>
          <p:nvPr/>
        </p:nvSpPr>
        <p:spPr>
          <a:xfrm>
            <a:off x="5706632" y="6105658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97C3DBEB-640B-577E-AC87-1E237EF91255}"/>
              </a:ext>
            </a:extLst>
          </p:cNvPr>
          <p:cNvSpPr/>
          <p:nvPr/>
        </p:nvSpPr>
        <p:spPr>
          <a:xfrm>
            <a:off x="2587785" y="1867559"/>
            <a:ext cx="4228940" cy="4837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7B2AACBF-5985-2E53-F28A-F247668AE032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55F44A1-D150-7AA4-0BF7-7FE15AFFDD34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교사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본인 또는 학급 전체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대상으로 각 문항을 읽고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스스로 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-5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평가해 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3A5D094-016A-E4C2-85AD-FA8CB570805A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2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자기보고</a:t>
            </a: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B96B378F-A1A6-EE5E-66C2-4A0A345A9535}"/>
              </a:ext>
            </a:extLst>
          </p:cNvPr>
          <p:cNvSpPr/>
          <p:nvPr/>
        </p:nvSpPr>
        <p:spPr>
          <a:xfrm>
            <a:off x="2598633" y="1867559"/>
            <a:ext cx="2199443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B40031C-D0C4-FA20-57D2-A9992922C61C}"/>
              </a:ext>
            </a:extLst>
          </p:cNvPr>
          <p:cNvSpPr/>
          <p:nvPr/>
        </p:nvSpPr>
        <p:spPr>
          <a:xfrm>
            <a:off x="6529364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 출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CDA6AEE1-31DB-1A22-7154-D3B7CFE5D909}"/>
              </a:ext>
            </a:extLst>
          </p:cNvPr>
          <p:cNvSpPr/>
          <p:nvPr/>
        </p:nvSpPr>
        <p:spPr>
          <a:xfrm>
            <a:off x="6187368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pic>
        <p:nvPicPr>
          <p:cNvPr id="199" name="그래픽 198" descr="배지 단색으로 채워진">
            <a:extLst>
              <a:ext uri="{FF2B5EF4-FFF2-40B4-BE49-F238E27FC236}">
                <a16:creationId xmlns:a16="http://schemas.microsoft.com/office/drawing/2014/main" id="{6264B820-2773-DDEA-C70D-8A459409D8F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19318" y="2352840"/>
            <a:ext cx="162000" cy="162000"/>
          </a:xfrm>
          <a:prstGeom prst="rect">
            <a:avLst/>
          </a:prstGeom>
        </p:spPr>
      </p:pic>
      <p:pic>
        <p:nvPicPr>
          <p:cNvPr id="200" name="그래픽 199" descr="배지 단색으로 채워진">
            <a:extLst>
              <a:ext uri="{FF2B5EF4-FFF2-40B4-BE49-F238E27FC236}">
                <a16:creationId xmlns:a16="http://schemas.microsoft.com/office/drawing/2014/main" id="{FB099064-403D-D316-0DE0-DE5EB07131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19318" y="3822656"/>
            <a:ext cx="162000" cy="162000"/>
          </a:xfrm>
          <a:prstGeom prst="rect">
            <a:avLst/>
          </a:prstGeom>
        </p:spPr>
      </p:pic>
      <p:pic>
        <p:nvPicPr>
          <p:cNvPr id="202" name="그래픽 201" descr="배지 4 단색으로 채워진">
            <a:extLst>
              <a:ext uri="{FF2B5EF4-FFF2-40B4-BE49-F238E27FC236}">
                <a16:creationId xmlns:a16="http://schemas.microsoft.com/office/drawing/2014/main" id="{550F1D98-A607-53E6-80DD-CC5CD55E39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24236" y="3091992"/>
            <a:ext cx="162000" cy="162000"/>
          </a:xfrm>
          <a:prstGeom prst="rect">
            <a:avLst/>
          </a:prstGeom>
        </p:spPr>
      </p:pic>
      <p:pic>
        <p:nvPicPr>
          <p:cNvPr id="204" name="그래픽 203" descr="배지 1 단색으로 채워진">
            <a:extLst>
              <a:ext uri="{FF2B5EF4-FFF2-40B4-BE49-F238E27FC236}">
                <a16:creationId xmlns:a16="http://schemas.microsoft.com/office/drawing/2014/main" id="{5970A3E6-85D3-12B5-07CA-5142CE59EEC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16859" y="4572833"/>
            <a:ext cx="162000" cy="162000"/>
          </a:xfrm>
          <a:prstGeom prst="rect">
            <a:avLst/>
          </a:prstGeom>
        </p:spPr>
      </p:pic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557C6811-38F9-7E65-0CF6-FB0D526A9453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F569B348-0C92-69CC-4191-B2B5E9356894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EF2517AB-5630-501B-E772-DAB4008E608B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08" name="그래픽 207" descr="위쪽 캐럿 단색으로 채워진">
              <a:extLst>
                <a:ext uri="{FF2B5EF4-FFF2-40B4-BE49-F238E27FC236}">
                  <a16:creationId xmlns:a16="http://schemas.microsoft.com/office/drawing/2014/main" id="{E29EA525-D3C4-E427-579A-36C16AF90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209" name="그래픽 208" descr="위쪽 캐럿 단색으로 채워진">
              <a:extLst>
                <a:ext uri="{FF2B5EF4-FFF2-40B4-BE49-F238E27FC236}">
                  <a16:creationId xmlns:a16="http://schemas.microsoft.com/office/drawing/2014/main" id="{703492C1-E434-943C-8B54-BB61027F8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37935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4B231-866E-6E60-A778-AA614AD9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3A45C9A-4257-9F96-C260-7542A929C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705157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S-3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5A3B1CE-EAAC-5AE0-1D43-5F1560833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411117"/>
              </p:ext>
            </p:extLst>
          </p:nvPr>
        </p:nvGraphicFramePr>
        <p:xfrm>
          <a:off x="9095796" y="141289"/>
          <a:ext cx="2961267" cy="181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학생용 검사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검사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안내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또래지명 문항 및 응답 안내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자기보고 문항 및 응답 안내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문장완성 문항 및 응답 안내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C1692C9B-F61B-937C-0EB3-B983FD47C0C5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E7FE9D-D83A-1C55-81E2-5EDC6875557B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CDACF60-463B-A574-85F9-1CD0FF4D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BE4D8-6511-52ED-70D1-42E46658134C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4098FEC-CD33-68E9-D3C6-81A3CE5FE47A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CA2ECB-8F4A-4E86-D280-4C7C3E64005A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485D2-2965-915F-FDFE-DBAF41E8D00C}"/>
              </a:ext>
            </a:extLst>
          </p:cNvPr>
          <p:cNvSpPr txBox="1"/>
          <p:nvPr/>
        </p:nvSpPr>
        <p:spPr>
          <a:xfrm>
            <a:off x="2236311" y="1707585"/>
            <a:ext cx="1577657" cy="283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또래관계 검사 안내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9E411-0DAD-E2E9-8371-8A7299AEA159}"/>
              </a:ext>
            </a:extLst>
          </p:cNvPr>
          <p:cNvSpPr txBox="1"/>
          <p:nvPr/>
        </p:nvSpPr>
        <p:spPr>
          <a:xfrm>
            <a:off x="2564469" y="2319856"/>
            <a:ext cx="3927732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본인을 제외한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 친구 중 해당되는 학생을 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 이상 선택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4AFCC3F-0C90-D357-8A8B-98FAF2FE2DBD}"/>
              </a:ext>
            </a:extLst>
          </p:cNvPr>
          <p:cNvSpPr/>
          <p:nvPr/>
        </p:nvSpPr>
        <p:spPr>
          <a:xfrm>
            <a:off x="2564468" y="2520783"/>
            <a:ext cx="4252255" cy="1129221"/>
          </a:xfrm>
          <a:prstGeom prst="roundRect">
            <a:avLst>
              <a:gd name="adj" fmla="val 51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6A0A6F-94DB-D96A-5127-510A649C3274}"/>
              </a:ext>
            </a:extLst>
          </p:cNvPr>
          <p:cNvSpPr txBox="1"/>
          <p:nvPr/>
        </p:nvSpPr>
        <p:spPr>
          <a:xfrm>
            <a:off x="2572089" y="2591260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학급에서 가장 인기가 많은 친구는 누구인가요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427FD44-6D13-17E6-1259-A90F0CFCD6F0}"/>
              </a:ext>
            </a:extLst>
          </p:cNvPr>
          <p:cNvSpPr/>
          <p:nvPr/>
        </p:nvSpPr>
        <p:spPr>
          <a:xfrm>
            <a:off x="2564468" y="4107336"/>
            <a:ext cx="4252255" cy="679072"/>
          </a:xfrm>
          <a:prstGeom prst="roundRect">
            <a:avLst>
              <a:gd name="adj" fmla="val 103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3CBD5D9-B25E-2468-A9D0-D96CBE14EFAA}"/>
              </a:ext>
            </a:extLst>
          </p:cNvPr>
          <p:cNvSpPr txBox="1"/>
          <p:nvPr/>
        </p:nvSpPr>
        <p:spPr>
          <a:xfrm>
            <a:off x="2572089" y="4168520"/>
            <a:ext cx="450498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학교에서 나보다 어려운 친구를 보면 걱정되고 마음이 아프다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1" name="그래픽 90" descr="배지 1 윤곽선">
            <a:extLst>
              <a:ext uri="{FF2B5EF4-FFF2-40B4-BE49-F238E27FC236}">
                <a16:creationId xmlns:a16="http://schemas.microsoft.com/office/drawing/2014/main" id="{647A08FF-C76A-963F-1F06-1C75CB591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159" y="4450555"/>
            <a:ext cx="162000" cy="162000"/>
          </a:xfrm>
          <a:prstGeom prst="rect">
            <a:avLst/>
          </a:prstGeom>
        </p:spPr>
      </p:pic>
      <p:pic>
        <p:nvPicPr>
          <p:cNvPr id="92" name="그래픽 91" descr="배지 윤곽선">
            <a:extLst>
              <a:ext uri="{FF2B5EF4-FFF2-40B4-BE49-F238E27FC236}">
                <a16:creationId xmlns:a16="http://schemas.microsoft.com/office/drawing/2014/main" id="{BAB6EC4D-B8C7-E341-3F0E-0C83A47DFE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3618" y="4450555"/>
            <a:ext cx="162000" cy="162000"/>
          </a:xfrm>
          <a:prstGeom prst="rect">
            <a:avLst/>
          </a:prstGeom>
        </p:spPr>
      </p:pic>
      <p:pic>
        <p:nvPicPr>
          <p:cNvPr id="93" name="그래픽 92" descr="배지 3 윤곽선">
            <a:extLst>
              <a:ext uri="{FF2B5EF4-FFF2-40B4-BE49-F238E27FC236}">
                <a16:creationId xmlns:a16="http://schemas.microsoft.com/office/drawing/2014/main" id="{D2208B64-3FF6-8E28-4963-B8262D9812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6077" y="4450555"/>
            <a:ext cx="162000" cy="162000"/>
          </a:xfrm>
          <a:prstGeom prst="rect">
            <a:avLst/>
          </a:prstGeom>
        </p:spPr>
      </p:pic>
      <p:pic>
        <p:nvPicPr>
          <p:cNvPr id="94" name="그래픽 93" descr="배지 5 윤곽선">
            <a:extLst>
              <a:ext uri="{FF2B5EF4-FFF2-40B4-BE49-F238E27FC236}">
                <a16:creationId xmlns:a16="http://schemas.microsoft.com/office/drawing/2014/main" id="{8C4D8849-B4B7-B320-07F1-9793F236C2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40995" y="4450555"/>
            <a:ext cx="162000" cy="162000"/>
          </a:xfrm>
          <a:prstGeom prst="rect">
            <a:avLst/>
          </a:prstGeom>
        </p:spPr>
      </p:pic>
      <p:pic>
        <p:nvPicPr>
          <p:cNvPr id="95" name="그래픽 94" descr="배지 4 윤곽선">
            <a:extLst>
              <a:ext uri="{FF2B5EF4-FFF2-40B4-BE49-F238E27FC236}">
                <a16:creationId xmlns:a16="http://schemas.microsoft.com/office/drawing/2014/main" id="{0AA0AC84-9515-6CCC-197A-69B20181F5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38536" y="4450555"/>
            <a:ext cx="162000" cy="1620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3CEB55CC-1572-BE75-BF18-D64933B6ECE8}"/>
              </a:ext>
            </a:extLst>
          </p:cNvPr>
          <p:cNvSpPr txBox="1"/>
          <p:nvPr/>
        </p:nvSpPr>
        <p:spPr>
          <a:xfrm>
            <a:off x="2846685" y="4439222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FD9BE3-F035-6135-C57C-66B562CDB109}"/>
              </a:ext>
            </a:extLst>
          </p:cNvPr>
          <p:cNvSpPr txBox="1"/>
          <p:nvPr/>
        </p:nvSpPr>
        <p:spPr>
          <a:xfrm>
            <a:off x="5820932" y="4485389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32718004-1327-9BD8-A266-E84DD1334D67}"/>
              </a:ext>
            </a:extLst>
          </p:cNvPr>
          <p:cNvSpPr/>
          <p:nvPr/>
        </p:nvSpPr>
        <p:spPr>
          <a:xfrm>
            <a:off x="6384924" y="6147873"/>
            <a:ext cx="431799" cy="165619"/>
          </a:xfrm>
          <a:prstGeom prst="roundRect">
            <a:avLst>
              <a:gd name="adj" fmla="val 15401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검사 실시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F6CD7845-3287-E923-52AF-4F81509FD1DB}"/>
              </a:ext>
            </a:extLst>
          </p:cNvPr>
          <p:cNvSpPr/>
          <p:nvPr/>
        </p:nvSpPr>
        <p:spPr>
          <a:xfrm>
            <a:off x="2322372" y="2063451"/>
            <a:ext cx="4627409" cy="4024609"/>
          </a:xfrm>
          <a:prstGeom prst="roundRect">
            <a:avLst>
              <a:gd name="adj" fmla="val 167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13AA7-2E5C-2AF7-D6E0-58057B4956D5}"/>
              </a:ext>
            </a:extLst>
          </p:cNvPr>
          <p:cNvSpPr txBox="1"/>
          <p:nvPr/>
        </p:nvSpPr>
        <p:spPr>
          <a:xfrm>
            <a:off x="2564469" y="3893263"/>
            <a:ext cx="4074456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자신에게 얼마나 해당하는지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따라 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점부터 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점까지 선택해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9DD8CC6E-EF1B-C455-1615-9B216DECC635}"/>
              </a:ext>
            </a:extLst>
          </p:cNvPr>
          <p:cNvSpPr/>
          <p:nvPr/>
        </p:nvSpPr>
        <p:spPr>
          <a:xfrm>
            <a:off x="3057562" y="2841652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5C3ECB5F-81AE-AEFA-C932-59F695BB5818}"/>
              </a:ext>
            </a:extLst>
          </p:cNvPr>
          <p:cNvSpPr/>
          <p:nvPr/>
        </p:nvSpPr>
        <p:spPr>
          <a:xfrm>
            <a:off x="3747678" y="2841652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김하윤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9D5408F-5DB2-401B-8747-4591462E4738}"/>
              </a:ext>
            </a:extLst>
          </p:cNvPr>
          <p:cNvSpPr/>
          <p:nvPr/>
        </p:nvSpPr>
        <p:spPr>
          <a:xfrm>
            <a:off x="4437794" y="2841652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F94DFB0-8789-219C-419E-2496CBA5D781}"/>
              </a:ext>
            </a:extLst>
          </p:cNvPr>
          <p:cNvSpPr/>
          <p:nvPr/>
        </p:nvSpPr>
        <p:spPr>
          <a:xfrm>
            <a:off x="5127910" y="2841652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최예린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BC8E297-8762-09A2-F3CD-1F7811612366}"/>
              </a:ext>
            </a:extLst>
          </p:cNvPr>
          <p:cNvSpPr/>
          <p:nvPr/>
        </p:nvSpPr>
        <p:spPr>
          <a:xfrm>
            <a:off x="5818027" y="2841652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367D28-457B-9C8E-ACFF-5592008CF63D}"/>
              </a:ext>
            </a:extLst>
          </p:cNvPr>
          <p:cNvSpPr/>
          <p:nvPr/>
        </p:nvSpPr>
        <p:spPr>
          <a:xfrm>
            <a:off x="3057562" y="3109021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윤다은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CD81749-43C4-A6F4-262C-72EE61032711}"/>
              </a:ext>
            </a:extLst>
          </p:cNvPr>
          <p:cNvSpPr/>
          <p:nvPr/>
        </p:nvSpPr>
        <p:spPr>
          <a:xfrm>
            <a:off x="3747678" y="3109021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학지우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E9E1A-C2E6-6CA0-2763-595CB7A7A84D}"/>
              </a:ext>
            </a:extLst>
          </p:cNvPr>
          <p:cNvSpPr/>
          <p:nvPr/>
        </p:nvSpPr>
        <p:spPr>
          <a:xfrm>
            <a:off x="4437794" y="3109021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조유진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7BCC569-7A10-E116-CE57-AF5BAA735896}"/>
              </a:ext>
            </a:extLst>
          </p:cNvPr>
          <p:cNvSpPr/>
          <p:nvPr/>
        </p:nvSpPr>
        <p:spPr>
          <a:xfrm>
            <a:off x="5127910" y="3109021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오준서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9E9058C-B841-957D-1CDF-4B61DE5CB7D7}"/>
              </a:ext>
            </a:extLst>
          </p:cNvPr>
          <p:cNvSpPr/>
          <p:nvPr/>
        </p:nvSpPr>
        <p:spPr>
          <a:xfrm>
            <a:off x="5818027" y="3109021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백채원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DDFF50E-61AC-94E0-8E83-A5F8F9C1C6BD}"/>
              </a:ext>
            </a:extLst>
          </p:cNvPr>
          <p:cNvSpPr/>
          <p:nvPr/>
        </p:nvSpPr>
        <p:spPr>
          <a:xfrm>
            <a:off x="3057562" y="337638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서지민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7F3E48B-B43F-239A-D233-9FADC86ECD0B}"/>
              </a:ext>
            </a:extLst>
          </p:cNvPr>
          <p:cNvSpPr/>
          <p:nvPr/>
        </p:nvSpPr>
        <p:spPr>
          <a:xfrm>
            <a:off x="3747678" y="3376389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문유나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79B02D4-E663-978D-0B16-F9A7D3C6BBDE}"/>
              </a:ext>
            </a:extLst>
          </p:cNvPr>
          <p:cNvSpPr/>
          <p:nvPr/>
        </p:nvSpPr>
        <p:spPr>
          <a:xfrm>
            <a:off x="4437794" y="337638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강도윤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4E3505C-478C-DCB3-E206-6D46EC7365B5}"/>
              </a:ext>
            </a:extLst>
          </p:cNvPr>
          <p:cNvSpPr/>
          <p:nvPr/>
        </p:nvSpPr>
        <p:spPr>
          <a:xfrm>
            <a:off x="5127910" y="3376389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배시우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2B4D876-EB29-0303-7B27-9FD4203845B8}"/>
              </a:ext>
            </a:extLst>
          </p:cNvPr>
          <p:cNvSpPr/>
          <p:nvPr/>
        </p:nvSpPr>
        <p:spPr>
          <a:xfrm>
            <a:off x="5818027" y="337638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장하린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A127C5E-09C4-0415-8250-1B8FB7B73BB9}"/>
              </a:ext>
            </a:extLst>
          </p:cNvPr>
          <p:cNvSpPr/>
          <p:nvPr/>
        </p:nvSpPr>
        <p:spPr>
          <a:xfrm>
            <a:off x="2457450" y="2162495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36F7F6-9957-AA1A-D7BA-3897054C5EB0}"/>
              </a:ext>
            </a:extLst>
          </p:cNvPr>
          <p:cNvSpPr txBox="1"/>
          <p:nvPr/>
        </p:nvSpPr>
        <p:spPr>
          <a:xfrm>
            <a:off x="2497470" y="2158509"/>
            <a:ext cx="1133743" cy="1392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1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학생평가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2BE5E96-43C3-E558-D974-D7776B651155}"/>
              </a:ext>
            </a:extLst>
          </p:cNvPr>
          <p:cNvSpPr/>
          <p:nvPr/>
        </p:nvSpPr>
        <p:spPr>
          <a:xfrm>
            <a:off x="2457450" y="3746111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E9560E-71B1-2B12-5091-1E9A1C9D6693}"/>
              </a:ext>
            </a:extLst>
          </p:cNvPr>
          <p:cNvSpPr txBox="1"/>
          <p:nvPr/>
        </p:nvSpPr>
        <p:spPr>
          <a:xfrm>
            <a:off x="2402640" y="3690307"/>
            <a:ext cx="1577657" cy="231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2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자기보고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571C6E9-C446-93B1-3F35-7255BE29E365}"/>
              </a:ext>
            </a:extLst>
          </p:cNvPr>
          <p:cNvSpPr/>
          <p:nvPr/>
        </p:nvSpPr>
        <p:spPr>
          <a:xfrm>
            <a:off x="2564468" y="5236555"/>
            <a:ext cx="4252255" cy="679072"/>
          </a:xfrm>
          <a:prstGeom prst="roundRect">
            <a:avLst>
              <a:gd name="adj" fmla="val 103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1B1223-AF73-D832-1A07-AB95EB501F4F}"/>
              </a:ext>
            </a:extLst>
          </p:cNvPr>
          <p:cNvSpPr txBox="1"/>
          <p:nvPr/>
        </p:nvSpPr>
        <p:spPr>
          <a:xfrm>
            <a:off x="2572089" y="5297739"/>
            <a:ext cx="450498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학교에서 나보다 어려운 친구를 보면 걱정되고 마음이 아프다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9" name="그래픽 28" descr="배지 1 윤곽선">
            <a:extLst>
              <a:ext uri="{FF2B5EF4-FFF2-40B4-BE49-F238E27FC236}">
                <a16:creationId xmlns:a16="http://schemas.microsoft.com/office/drawing/2014/main" id="{C0A1170A-FAA8-3969-E315-2B5163C81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159" y="5579774"/>
            <a:ext cx="162000" cy="162000"/>
          </a:xfrm>
          <a:prstGeom prst="rect">
            <a:avLst/>
          </a:prstGeom>
        </p:spPr>
      </p:pic>
      <p:pic>
        <p:nvPicPr>
          <p:cNvPr id="30" name="그래픽 29" descr="배지 윤곽선">
            <a:extLst>
              <a:ext uri="{FF2B5EF4-FFF2-40B4-BE49-F238E27FC236}">
                <a16:creationId xmlns:a16="http://schemas.microsoft.com/office/drawing/2014/main" id="{46FC5FE8-25EB-18C9-470D-AF6FDDC2B8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3618" y="5579774"/>
            <a:ext cx="162000" cy="162000"/>
          </a:xfrm>
          <a:prstGeom prst="rect">
            <a:avLst/>
          </a:prstGeom>
        </p:spPr>
      </p:pic>
      <p:pic>
        <p:nvPicPr>
          <p:cNvPr id="31" name="그래픽 30" descr="배지 3 윤곽선">
            <a:extLst>
              <a:ext uri="{FF2B5EF4-FFF2-40B4-BE49-F238E27FC236}">
                <a16:creationId xmlns:a16="http://schemas.microsoft.com/office/drawing/2014/main" id="{58F67375-B28D-037E-00D2-FC745E0FB0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6077" y="5579774"/>
            <a:ext cx="162000" cy="162000"/>
          </a:xfrm>
          <a:prstGeom prst="rect">
            <a:avLst/>
          </a:prstGeom>
        </p:spPr>
      </p:pic>
      <p:pic>
        <p:nvPicPr>
          <p:cNvPr id="33" name="그래픽 32" descr="배지 5 윤곽선">
            <a:extLst>
              <a:ext uri="{FF2B5EF4-FFF2-40B4-BE49-F238E27FC236}">
                <a16:creationId xmlns:a16="http://schemas.microsoft.com/office/drawing/2014/main" id="{51BB0D70-B752-281E-D0BA-1E7729E0EB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40995" y="5579774"/>
            <a:ext cx="162000" cy="162000"/>
          </a:xfrm>
          <a:prstGeom prst="rect">
            <a:avLst/>
          </a:prstGeom>
        </p:spPr>
      </p:pic>
      <p:pic>
        <p:nvPicPr>
          <p:cNvPr id="35" name="그래픽 34" descr="배지 4 윤곽선">
            <a:extLst>
              <a:ext uri="{FF2B5EF4-FFF2-40B4-BE49-F238E27FC236}">
                <a16:creationId xmlns:a16="http://schemas.microsoft.com/office/drawing/2014/main" id="{78B298B5-685A-3601-CCB4-C54BAD44F6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38536" y="5579774"/>
            <a:ext cx="162000" cy="162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C76A9D9-448B-000B-0FBF-49E5E7837AFE}"/>
              </a:ext>
            </a:extLst>
          </p:cNvPr>
          <p:cNvSpPr txBox="1"/>
          <p:nvPr/>
        </p:nvSpPr>
        <p:spPr>
          <a:xfrm>
            <a:off x="2846685" y="5568441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01516A-E3E1-BC41-7685-88267E5DEBF6}"/>
              </a:ext>
            </a:extLst>
          </p:cNvPr>
          <p:cNvSpPr txBox="1"/>
          <p:nvPr/>
        </p:nvSpPr>
        <p:spPr>
          <a:xfrm>
            <a:off x="5820932" y="5614608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70DF26-2295-875C-20CA-FC5CBD67753D}"/>
              </a:ext>
            </a:extLst>
          </p:cNvPr>
          <p:cNvSpPr txBox="1"/>
          <p:nvPr/>
        </p:nvSpPr>
        <p:spPr>
          <a:xfrm>
            <a:off x="2564469" y="5022482"/>
            <a:ext cx="4074456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자신에게 얼마나 해당하는지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따라 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점부터 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점까지 선택해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3DE01B6-5522-C6B8-D017-0305487BF052}"/>
              </a:ext>
            </a:extLst>
          </p:cNvPr>
          <p:cNvSpPr/>
          <p:nvPr/>
        </p:nvSpPr>
        <p:spPr>
          <a:xfrm>
            <a:off x="2457450" y="4875330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FF96E7-9E4C-88F0-6425-E0E5CCCE9D45}"/>
              </a:ext>
            </a:extLst>
          </p:cNvPr>
          <p:cNvSpPr txBox="1"/>
          <p:nvPr/>
        </p:nvSpPr>
        <p:spPr>
          <a:xfrm>
            <a:off x="2402640" y="4819526"/>
            <a:ext cx="1577657" cy="231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3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문장완성</a:t>
            </a:r>
          </a:p>
        </p:txBody>
      </p:sp>
    </p:spTree>
    <p:extLst>
      <p:ext uri="{BB962C8B-B14F-4D97-AF65-F5344CB8AC3E}">
        <p14:creationId xmlns:p14="http://schemas.microsoft.com/office/powerpoint/2010/main" val="2407262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42B5-8CFF-33AC-6EAE-F5540A70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845CFE9-C449-6B76-EA9D-C277EC4F7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419907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또래지명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S-4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E7A480B-C514-A11B-C85C-0D88D7068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92935"/>
              </p:ext>
            </p:extLst>
          </p:nvPr>
        </p:nvGraphicFramePr>
        <p:xfrm>
          <a:off x="9095796" y="141289"/>
          <a:ext cx="2961267" cy="358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검사 안내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본인을 제외한 학급의 학생 이름이 다음과 같이 버튼으로 나열되도록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한 행에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 버튼씩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무응답 가능하며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다수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명 이상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지명 및 응답 가능하도록 개발 요청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 버튼 클릭 시 무응답 한 문항에 대해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포커싱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생각나는 친구가 있다면 지명해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선택하지 않고 넘어가도 괜찮습니다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알럿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창 하단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응답하러 가기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그대로 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버튼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C830825B-2965-FA54-6275-79F1DF262E02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001D2C-4B25-E913-A999-D0115165A039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6ED0C17-6844-F3EB-C505-95886AF0B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3EC43F9-48D3-51A3-FBFF-F50B38598A07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5358EC8-C3CC-A05E-5BD1-FC65E1E998C1}"/>
              </a:ext>
            </a:extLst>
          </p:cNvPr>
          <p:cNvSpPr/>
          <p:nvPr/>
        </p:nvSpPr>
        <p:spPr>
          <a:xfrm>
            <a:off x="2594454" y="2112823"/>
            <a:ext cx="3996846" cy="982284"/>
          </a:xfrm>
          <a:prstGeom prst="roundRect">
            <a:avLst>
              <a:gd name="adj" fmla="val 2110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A6B350-836A-D79B-331E-4FC1B612ABD8}"/>
              </a:ext>
            </a:extLst>
          </p:cNvPr>
          <p:cNvSpPr txBox="1"/>
          <p:nvPr/>
        </p:nvSpPr>
        <p:spPr>
          <a:xfrm>
            <a:off x="2531276" y="1928157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인기가 있는</a:t>
            </a: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08575D25-962C-0E22-C63C-88C6053E0236}"/>
              </a:ext>
            </a:extLst>
          </p:cNvPr>
          <p:cNvSpPr/>
          <p:nvPr/>
        </p:nvSpPr>
        <p:spPr>
          <a:xfrm>
            <a:off x="2587785" y="3250441"/>
            <a:ext cx="3996846" cy="1669217"/>
          </a:xfrm>
          <a:prstGeom prst="roundRect">
            <a:avLst>
              <a:gd name="adj" fmla="val 211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1B79DEBE-A164-8562-36A2-C173E9EDA9FE}"/>
              </a:ext>
            </a:extLst>
          </p:cNvPr>
          <p:cNvSpPr/>
          <p:nvPr/>
        </p:nvSpPr>
        <p:spPr>
          <a:xfrm>
            <a:off x="2594453" y="2103815"/>
            <a:ext cx="3990178" cy="982284"/>
          </a:xfrm>
          <a:prstGeom prst="roundRect">
            <a:avLst>
              <a:gd name="adj" fmla="val 3548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B4B1B3FA-244C-CE54-F784-C1A8FA6B2491}"/>
              </a:ext>
            </a:extLst>
          </p:cNvPr>
          <p:cNvSpPr/>
          <p:nvPr/>
        </p:nvSpPr>
        <p:spPr>
          <a:xfrm>
            <a:off x="2587785" y="1867559"/>
            <a:ext cx="3996846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BCEDDEED-BFD7-7823-E51F-1C3E40CE86EC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B92CF9E-5C24-CF09-AD8A-1E8A6953A348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본인을 제외한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 친구 중 해당되는 학생을 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 이상 선택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 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C20A2C11-798A-7B8D-622C-2BE3ECAB9C5A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1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또래지명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0B6B72E-E0F0-DE71-66B5-73FBF31BCDA1}"/>
              </a:ext>
            </a:extLst>
          </p:cNvPr>
          <p:cNvSpPr/>
          <p:nvPr/>
        </p:nvSpPr>
        <p:spPr>
          <a:xfrm>
            <a:off x="2598633" y="1867559"/>
            <a:ext cx="1115519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9C5DDF92-A6A9-DD5F-AC2E-DC0AA831F0FE}"/>
              </a:ext>
            </a:extLst>
          </p:cNvPr>
          <p:cNvSpPr/>
          <p:nvPr/>
        </p:nvSpPr>
        <p:spPr>
          <a:xfrm>
            <a:off x="6305550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 음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49695BF5-A7C8-2962-E197-06A9DDF2A6A4}"/>
              </a:ext>
            </a:extLst>
          </p:cNvPr>
          <p:cNvSpPr/>
          <p:nvPr/>
        </p:nvSpPr>
        <p:spPr>
          <a:xfrm>
            <a:off x="5963554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B8372A-7E33-A21E-7297-A1C65426C245}"/>
              </a:ext>
            </a:extLst>
          </p:cNvPr>
          <p:cNvSpPr/>
          <p:nvPr/>
        </p:nvSpPr>
        <p:spPr>
          <a:xfrm>
            <a:off x="3024037" y="226815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4B88A87-83B8-4F5C-D809-960A33667A72}"/>
              </a:ext>
            </a:extLst>
          </p:cNvPr>
          <p:cNvSpPr/>
          <p:nvPr/>
        </p:nvSpPr>
        <p:spPr>
          <a:xfrm>
            <a:off x="3714153" y="2268158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김하윤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7A9B3A-7249-EE40-7444-104246134BCF}"/>
              </a:ext>
            </a:extLst>
          </p:cNvPr>
          <p:cNvSpPr/>
          <p:nvPr/>
        </p:nvSpPr>
        <p:spPr>
          <a:xfrm>
            <a:off x="4404269" y="226815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C91D2F1-70B0-1668-3B48-EC042D013CC5}"/>
              </a:ext>
            </a:extLst>
          </p:cNvPr>
          <p:cNvSpPr/>
          <p:nvPr/>
        </p:nvSpPr>
        <p:spPr>
          <a:xfrm>
            <a:off x="5094385" y="2268158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최예린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8089DFA-A4F2-82CD-7F03-376ACBC764F6}"/>
              </a:ext>
            </a:extLst>
          </p:cNvPr>
          <p:cNvSpPr/>
          <p:nvPr/>
        </p:nvSpPr>
        <p:spPr>
          <a:xfrm>
            <a:off x="5784502" y="226815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CDB8A22-2FCB-0FE1-AC67-3424076ADBAA}"/>
              </a:ext>
            </a:extLst>
          </p:cNvPr>
          <p:cNvSpPr/>
          <p:nvPr/>
        </p:nvSpPr>
        <p:spPr>
          <a:xfrm>
            <a:off x="3024037" y="253552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윤다은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035BFCB-99D0-632F-CE26-20983C224BAD}"/>
              </a:ext>
            </a:extLst>
          </p:cNvPr>
          <p:cNvSpPr/>
          <p:nvPr/>
        </p:nvSpPr>
        <p:spPr>
          <a:xfrm>
            <a:off x="3714153" y="2535527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학지우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7674CBC-5B68-0188-A793-EBE03D57A3F8}"/>
              </a:ext>
            </a:extLst>
          </p:cNvPr>
          <p:cNvSpPr/>
          <p:nvPr/>
        </p:nvSpPr>
        <p:spPr>
          <a:xfrm>
            <a:off x="4404269" y="253552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조유진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55B34B3-795D-C6D4-0EBB-0376BF3DD084}"/>
              </a:ext>
            </a:extLst>
          </p:cNvPr>
          <p:cNvSpPr/>
          <p:nvPr/>
        </p:nvSpPr>
        <p:spPr>
          <a:xfrm>
            <a:off x="5094385" y="2535527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오준서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1E5A88B-D636-4427-5B3D-322E58C1357A}"/>
              </a:ext>
            </a:extLst>
          </p:cNvPr>
          <p:cNvSpPr/>
          <p:nvPr/>
        </p:nvSpPr>
        <p:spPr>
          <a:xfrm>
            <a:off x="5784502" y="253552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백채원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8BD555A-F49B-AB01-AA0F-679E7E8A31B1}"/>
              </a:ext>
            </a:extLst>
          </p:cNvPr>
          <p:cNvSpPr/>
          <p:nvPr/>
        </p:nvSpPr>
        <p:spPr>
          <a:xfrm>
            <a:off x="3024037" y="2802895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서지민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2F73BCC-1124-B9D5-4A00-3788AD958A53}"/>
              </a:ext>
            </a:extLst>
          </p:cNvPr>
          <p:cNvSpPr/>
          <p:nvPr/>
        </p:nvSpPr>
        <p:spPr>
          <a:xfrm>
            <a:off x="3714153" y="2802895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문유나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078CF8-167C-D059-6610-DA037C0A536B}"/>
              </a:ext>
            </a:extLst>
          </p:cNvPr>
          <p:cNvSpPr/>
          <p:nvPr/>
        </p:nvSpPr>
        <p:spPr>
          <a:xfrm>
            <a:off x="4404269" y="2802895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강도윤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7E2CE5E-F816-C551-7401-0841BD226584}"/>
              </a:ext>
            </a:extLst>
          </p:cNvPr>
          <p:cNvSpPr/>
          <p:nvPr/>
        </p:nvSpPr>
        <p:spPr>
          <a:xfrm>
            <a:off x="5094385" y="2802895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배시우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3336FEC-9CE4-DADC-9233-0668995BC9E7}"/>
              </a:ext>
            </a:extLst>
          </p:cNvPr>
          <p:cNvSpPr/>
          <p:nvPr/>
        </p:nvSpPr>
        <p:spPr>
          <a:xfrm>
            <a:off x="5784502" y="2802895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장하린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EF7DE8E-A4AD-6BDD-0CAC-2C6795B5BBE5}"/>
              </a:ext>
            </a:extLst>
          </p:cNvPr>
          <p:cNvSpPr/>
          <p:nvPr/>
        </p:nvSpPr>
        <p:spPr>
          <a:xfrm>
            <a:off x="2594454" y="3400234"/>
            <a:ext cx="3996846" cy="982284"/>
          </a:xfrm>
          <a:prstGeom prst="roundRect">
            <a:avLst>
              <a:gd name="adj" fmla="val 2110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EF89A1B-D9D0-1602-5BCD-9881DE88A790}"/>
              </a:ext>
            </a:extLst>
          </p:cNvPr>
          <p:cNvSpPr/>
          <p:nvPr/>
        </p:nvSpPr>
        <p:spPr>
          <a:xfrm>
            <a:off x="3024037" y="3555569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96BD1E2-B90F-83F4-5E9A-B4CA8779292E}"/>
              </a:ext>
            </a:extLst>
          </p:cNvPr>
          <p:cNvSpPr/>
          <p:nvPr/>
        </p:nvSpPr>
        <p:spPr>
          <a:xfrm>
            <a:off x="3714153" y="3555569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김하윤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2B03E45-4D2C-8709-5DA9-99AEC6D4B27E}"/>
              </a:ext>
            </a:extLst>
          </p:cNvPr>
          <p:cNvSpPr/>
          <p:nvPr/>
        </p:nvSpPr>
        <p:spPr>
          <a:xfrm>
            <a:off x="4404269" y="355556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2CE1DF7-08D7-5B6C-736D-F508CD8AB2F9}"/>
              </a:ext>
            </a:extLst>
          </p:cNvPr>
          <p:cNvSpPr/>
          <p:nvPr/>
        </p:nvSpPr>
        <p:spPr>
          <a:xfrm>
            <a:off x="5094385" y="355556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최예린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C0EEBD9-3DA9-42E2-911A-E8BB95DE7558}"/>
              </a:ext>
            </a:extLst>
          </p:cNvPr>
          <p:cNvSpPr/>
          <p:nvPr/>
        </p:nvSpPr>
        <p:spPr>
          <a:xfrm>
            <a:off x="5784502" y="355556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76E1CBE-8D6A-F53E-9AD2-942C941A1E37}"/>
              </a:ext>
            </a:extLst>
          </p:cNvPr>
          <p:cNvSpPr/>
          <p:nvPr/>
        </p:nvSpPr>
        <p:spPr>
          <a:xfrm>
            <a:off x="3024037" y="382293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윤다은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7D4AFC8-DC30-0567-0EC1-B3E5F7B0192F}"/>
              </a:ext>
            </a:extLst>
          </p:cNvPr>
          <p:cNvSpPr/>
          <p:nvPr/>
        </p:nvSpPr>
        <p:spPr>
          <a:xfrm>
            <a:off x="3714153" y="382293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학지우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B39A17A-31E9-CFF1-BCE9-2E8656918C32}"/>
              </a:ext>
            </a:extLst>
          </p:cNvPr>
          <p:cNvSpPr/>
          <p:nvPr/>
        </p:nvSpPr>
        <p:spPr>
          <a:xfrm>
            <a:off x="4404269" y="382293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조유진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23E2E9C-6359-C593-25BF-7FA2781F2AAC}"/>
              </a:ext>
            </a:extLst>
          </p:cNvPr>
          <p:cNvSpPr/>
          <p:nvPr/>
        </p:nvSpPr>
        <p:spPr>
          <a:xfrm>
            <a:off x="5094385" y="3822938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오준서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A0F4FDA-5843-5BEB-D887-147821AEB6BF}"/>
              </a:ext>
            </a:extLst>
          </p:cNvPr>
          <p:cNvSpPr/>
          <p:nvPr/>
        </p:nvSpPr>
        <p:spPr>
          <a:xfrm>
            <a:off x="5784502" y="382293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백채원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B8886EC-CE36-C816-DE39-B92393D0FD5B}"/>
              </a:ext>
            </a:extLst>
          </p:cNvPr>
          <p:cNvSpPr/>
          <p:nvPr/>
        </p:nvSpPr>
        <p:spPr>
          <a:xfrm>
            <a:off x="3024037" y="409030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서지민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E9711FC-4714-C7F4-5F20-9805A0E8C372}"/>
              </a:ext>
            </a:extLst>
          </p:cNvPr>
          <p:cNvSpPr/>
          <p:nvPr/>
        </p:nvSpPr>
        <p:spPr>
          <a:xfrm>
            <a:off x="3714153" y="4090306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문유나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C8B98C6-FABC-354D-167F-0FE239F5EB3E}"/>
              </a:ext>
            </a:extLst>
          </p:cNvPr>
          <p:cNvSpPr/>
          <p:nvPr/>
        </p:nvSpPr>
        <p:spPr>
          <a:xfrm>
            <a:off x="4404269" y="409030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강도윤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28DB8C8-647E-245E-52D2-B156F04BDC76}"/>
              </a:ext>
            </a:extLst>
          </p:cNvPr>
          <p:cNvSpPr/>
          <p:nvPr/>
        </p:nvSpPr>
        <p:spPr>
          <a:xfrm>
            <a:off x="5094385" y="409030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배시우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63D9257-4C9D-CE4E-EB52-DDEAC999ACEE}"/>
              </a:ext>
            </a:extLst>
          </p:cNvPr>
          <p:cNvSpPr/>
          <p:nvPr/>
        </p:nvSpPr>
        <p:spPr>
          <a:xfrm>
            <a:off x="5784502" y="4090306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장하린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A70EC3-2F77-A0CD-14AA-2E45042D9336}"/>
              </a:ext>
            </a:extLst>
          </p:cNvPr>
          <p:cNvSpPr txBox="1"/>
          <p:nvPr/>
        </p:nvSpPr>
        <p:spPr>
          <a:xfrm>
            <a:off x="2531276" y="3215355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같이 놀고 싶은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F0515C6-FD43-79B1-8DC5-A616F06B66E8}"/>
              </a:ext>
            </a:extLst>
          </p:cNvPr>
          <p:cNvSpPr/>
          <p:nvPr/>
        </p:nvSpPr>
        <p:spPr>
          <a:xfrm>
            <a:off x="2594454" y="4687432"/>
            <a:ext cx="3996846" cy="982284"/>
          </a:xfrm>
          <a:prstGeom prst="roundRect">
            <a:avLst>
              <a:gd name="adj" fmla="val 2110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1CD0690-4C07-AA4B-0F48-E8C4B81ABF85}"/>
              </a:ext>
            </a:extLst>
          </p:cNvPr>
          <p:cNvSpPr/>
          <p:nvPr/>
        </p:nvSpPr>
        <p:spPr>
          <a:xfrm>
            <a:off x="3024037" y="484276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E131F0F-B8C9-7DAB-CDC9-899A387064AB}"/>
              </a:ext>
            </a:extLst>
          </p:cNvPr>
          <p:cNvSpPr/>
          <p:nvPr/>
        </p:nvSpPr>
        <p:spPr>
          <a:xfrm>
            <a:off x="3714153" y="4842767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김하윤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09DA0D6-1958-37AA-AC28-EB78649204D3}"/>
              </a:ext>
            </a:extLst>
          </p:cNvPr>
          <p:cNvSpPr/>
          <p:nvPr/>
        </p:nvSpPr>
        <p:spPr>
          <a:xfrm>
            <a:off x="4404269" y="484276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361517E-9161-0E65-48DF-DF1427AFB0BF}"/>
              </a:ext>
            </a:extLst>
          </p:cNvPr>
          <p:cNvSpPr/>
          <p:nvPr/>
        </p:nvSpPr>
        <p:spPr>
          <a:xfrm>
            <a:off x="5094385" y="484276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최예린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E174F57-D1B0-D486-2C25-1B52B8E9D02A}"/>
              </a:ext>
            </a:extLst>
          </p:cNvPr>
          <p:cNvSpPr/>
          <p:nvPr/>
        </p:nvSpPr>
        <p:spPr>
          <a:xfrm>
            <a:off x="5784502" y="484276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70944BB-1962-C72B-B3F2-CA2DB32A33F6}"/>
              </a:ext>
            </a:extLst>
          </p:cNvPr>
          <p:cNvSpPr/>
          <p:nvPr/>
        </p:nvSpPr>
        <p:spPr>
          <a:xfrm>
            <a:off x="3024037" y="511013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윤다은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705067E-9285-6BF0-9BBE-6B74773984BC}"/>
              </a:ext>
            </a:extLst>
          </p:cNvPr>
          <p:cNvSpPr/>
          <p:nvPr/>
        </p:nvSpPr>
        <p:spPr>
          <a:xfrm>
            <a:off x="3714153" y="511013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학지우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50837A9-9E3E-E01B-2EE4-6DBE712F8E96}"/>
              </a:ext>
            </a:extLst>
          </p:cNvPr>
          <p:cNvSpPr/>
          <p:nvPr/>
        </p:nvSpPr>
        <p:spPr>
          <a:xfrm>
            <a:off x="4404269" y="511013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조유진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61B09C5-C7B4-FC9C-9F70-6FC869D965CF}"/>
              </a:ext>
            </a:extLst>
          </p:cNvPr>
          <p:cNvSpPr/>
          <p:nvPr/>
        </p:nvSpPr>
        <p:spPr>
          <a:xfrm>
            <a:off x="5094385" y="5110136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오준서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AF48072-DF85-D7F3-9126-50AFCC8D9A88}"/>
              </a:ext>
            </a:extLst>
          </p:cNvPr>
          <p:cNvSpPr/>
          <p:nvPr/>
        </p:nvSpPr>
        <p:spPr>
          <a:xfrm>
            <a:off x="5784502" y="511013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백채원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F2B0E11-7C67-7C43-5A9F-36B3C47BA68E}"/>
              </a:ext>
            </a:extLst>
          </p:cNvPr>
          <p:cNvSpPr/>
          <p:nvPr/>
        </p:nvSpPr>
        <p:spPr>
          <a:xfrm>
            <a:off x="3024037" y="5377504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서지민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A01C06E5-5117-5E04-EB84-392866A26DA7}"/>
              </a:ext>
            </a:extLst>
          </p:cNvPr>
          <p:cNvSpPr/>
          <p:nvPr/>
        </p:nvSpPr>
        <p:spPr>
          <a:xfrm>
            <a:off x="3714153" y="5377504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문유나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0607143-E7B0-E794-24D4-95844276E2C9}"/>
              </a:ext>
            </a:extLst>
          </p:cNvPr>
          <p:cNvSpPr/>
          <p:nvPr/>
        </p:nvSpPr>
        <p:spPr>
          <a:xfrm>
            <a:off x="4404269" y="5377504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강도윤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78F63B4-73CF-923E-8389-71EC4D3202FC}"/>
              </a:ext>
            </a:extLst>
          </p:cNvPr>
          <p:cNvSpPr/>
          <p:nvPr/>
        </p:nvSpPr>
        <p:spPr>
          <a:xfrm>
            <a:off x="5094385" y="5377504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배시우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CF73272-2155-732D-0EDF-1DC4E4B496A7}"/>
              </a:ext>
            </a:extLst>
          </p:cNvPr>
          <p:cNvSpPr/>
          <p:nvPr/>
        </p:nvSpPr>
        <p:spPr>
          <a:xfrm>
            <a:off x="5784502" y="5377504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장하린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7E3DF6-2AA5-C462-88EB-3ACC62D27E98}"/>
              </a:ext>
            </a:extLst>
          </p:cNvPr>
          <p:cNvSpPr txBox="1"/>
          <p:nvPr/>
        </p:nvSpPr>
        <p:spPr>
          <a:xfrm>
            <a:off x="2531276" y="4502553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같이 놀기 싫은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1D85FDB-A643-6D64-3DD4-7FA74E8871F4}"/>
              </a:ext>
            </a:extLst>
          </p:cNvPr>
          <p:cNvSpPr/>
          <p:nvPr/>
        </p:nvSpPr>
        <p:spPr>
          <a:xfrm>
            <a:off x="2594453" y="3400021"/>
            <a:ext cx="3990178" cy="982284"/>
          </a:xfrm>
          <a:prstGeom prst="roundRect">
            <a:avLst>
              <a:gd name="adj" fmla="val 3548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5F34EF93-46ED-BE3A-1C0D-E240DF42A82D}"/>
              </a:ext>
            </a:extLst>
          </p:cNvPr>
          <p:cNvSpPr/>
          <p:nvPr/>
        </p:nvSpPr>
        <p:spPr>
          <a:xfrm>
            <a:off x="2594453" y="4682669"/>
            <a:ext cx="3990178" cy="982284"/>
          </a:xfrm>
          <a:prstGeom prst="roundRect">
            <a:avLst>
              <a:gd name="adj" fmla="val 3548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E3596C10-147F-29EE-C645-1777602E8BEF}"/>
              </a:ext>
            </a:extLst>
          </p:cNvPr>
          <p:cNvSpPr txBox="1"/>
          <p:nvPr/>
        </p:nvSpPr>
        <p:spPr>
          <a:xfrm>
            <a:off x="2531276" y="5819129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문제를 일으키는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학교의 규칙을 지키지 않는</a:t>
            </a:r>
          </a:p>
        </p:txBody>
      </p:sp>
      <p:pic>
        <p:nvPicPr>
          <p:cNvPr id="228" name="그림 227">
            <a:extLst>
              <a:ext uri="{FF2B5EF4-FFF2-40B4-BE49-F238E27FC236}">
                <a16:creationId xmlns:a16="http://schemas.microsoft.com/office/drawing/2014/main" id="{DB23CB68-C4FF-1C02-3B29-49262603C6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90"/>
          <a:stretch/>
        </p:blipFill>
        <p:spPr>
          <a:xfrm>
            <a:off x="2584745" y="5998676"/>
            <a:ext cx="3999323" cy="50689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47669D-1D12-5036-6F4C-D11584610F4A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3039219E-87FF-0BE9-BCB5-6AC5936B8F3B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6A6CB787-FCDF-4C5E-CD37-09802C614F3C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0D58793E-95B2-BDA8-7328-AD4CA366580D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37" name="그래픽 236" descr="위쪽 캐럿 단색으로 채워진">
              <a:extLst>
                <a:ext uri="{FF2B5EF4-FFF2-40B4-BE49-F238E27FC236}">
                  <a16:creationId xmlns:a16="http://schemas.microsoft.com/office/drawing/2014/main" id="{FA88B6B0-EE65-E45E-9A10-30EF2510C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238" name="그래픽 237" descr="위쪽 캐럿 단색으로 채워진">
              <a:extLst>
                <a:ext uri="{FF2B5EF4-FFF2-40B4-BE49-F238E27FC236}">
                  <a16:creationId xmlns:a16="http://schemas.microsoft.com/office/drawing/2014/main" id="{9C537FCE-5D86-0D98-B23B-F593AAE9A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7232ABFD-F532-D869-677C-6C76AA1E80C0}"/>
              </a:ext>
            </a:extLst>
          </p:cNvPr>
          <p:cNvSpPr/>
          <p:nvPr/>
        </p:nvSpPr>
        <p:spPr>
          <a:xfrm>
            <a:off x="4404269" y="6165618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AC15354F-B09A-2E33-0B31-07B6AD922D54}"/>
              </a:ext>
            </a:extLst>
          </p:cNvPr>
          <p:cNvSpPr/>
          <p:nvPr/>
        </p:nvSpPr>
        <p:spPr>
          <a:xfrm>
            <a:off x="5784502" y="6168793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</p:spTree>
    <p:extLst>
      <p:ext uri="{BB962C8B-B14F-4D97-AF65-F5344CB8AC3E}">
        <p14:creationId xmlns:p14="http://schemas.microsoft.com/office/powerpoint/2010/main" val="343629960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7F63D-630A-8648-43FD-6105AC84B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4F993FB-EC35-F340-3CB2-E995CF091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BFFD4E0D-0EB7-81E0-56E5-44B4FF169C95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23415BE-1467-7F62-BD10-FD2AB8F1A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673272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자기보고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S-5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4A36DF-4EA2-2399-C010-E2F1D3881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822598"/>
              </p:ext>
            </p:extLst>
          </p:nvPr>
        </p:nvGraphicFramePr>
        <p:xfrm>
          <a:off x="9095796" y="141289"/>
          <a:ext cx="2961267" cy="3291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또래지명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문장완성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문항 수가 적어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상단에 문항 내용을 넣고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일반적인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리커트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척도로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자기보고의 경우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무응답이 검사의 완결성에 영향을 주기에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다음과 같이 응답 유도하는 형태로 제안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포커싱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가장 적절하다고 생각하는 번호를 선택해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선택을 강제하도록 개발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E59EB77A-1777-4754-003B-7E015ABFA81A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C9AE33-3D8A-5B0F-DA32-55454856FFFC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9F145C-4BCD-633F-63A7-BEFC854BD98F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C4D2BAB-40DF-9CC2-E30B-47972804D1F1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0AB0805-C971-5E28-227D-FAD1AAC8A581}"/>
              </a:ext>
            </a:extLst>
          </p:cNvPr>
          <p:cNvSpPr/>
          <p:nvPr/>
        </p:nvSpPr>
        <p:spPr>
          <a:xfrm>
            <a:off x="2564469" y="2003743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9AE03907-DCB3-0063-A0A4-A015B6191ED3}"/>
              </a:ext>
            </a:extLst>
          </p:cNvPr>
          <p:cNvSpPr/>
          <p:nvPr/>
        </p:nvSpPr>
        <p:spPr>
          <a:xfrm>
            <a:off x="2622009" y="2052172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955DC0-ED14-834C-4036-D853ECCDD9E7}"/>
              </a:ext>
            </a:extLst>
          </p:cNvPr>
          <p:cNvSpPr txBox="1"/>
          <p:nvPr/>
        </p:nvSpPr>
        <p:spPr>
          <a:xfrm>
            <a:off x="2606523" y="2064927"/>
            <a:ext cx="395842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인기있는 아이와 친구가 되고 싶다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5" name="그래픽 84" descr="배지 1 윤곽선">
            <a:extLst>
              <a:ext uri="{FF2B5EF4-FFF2-40B4-BE49-F238E27FC236}">
                <a16:creationId xmlns:a16="http://schemas.microsoft.com/office/drawing/2014/main" id="{73BCD53A-56B0-92AD-FEDC-E24DF8D29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2346962"/>
            <a:ext cx="162000" cy="162000"/>
          </a:xfrm>
          <a:prstGeom prst="rect">
            <a:avLst/>
          </a:prstGeom>
        </p:spPr>
      </p:pic>
      <p:pic>
        <p:nvPicPr>
          <p:cNvPr id="89" name="그래픽 88" descr="배지 윤곽선">
            <a:extLst>
              <a:ext uri="{FF2B5EF4-FFF2-40B4-BE49-F238E27FC236}">
                <a16:creationId xmlns:a16="http://schemas.microsoft.com/office/drawing/2014/main" id="{27D64A1D-AEFE-030E-16FE-3D1AB0321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50" y="2346962"/>
            <a:ext cx="162000" cy="162000"/>
          </a:xfrm>
          <a:prstGeom prst="rect">
            <a:avLst/>
          </a:prstGeom>
        </p:spPr>
      </p:pic>
      <p:pic>
        <p:nvPicPr>
          <p:cNvPr id="91" name="그래픽 90" descr="배지 3 윤곽선">
            <a:extLst>
              <a:ext uri="{FF2B5EF4-FFF2-40B4-BE49-F238E27FC236}">
                <a16:creationId xmlns:a16="http://schemas.microsoft.com/office/drawing/2014/main" id="{EC16EECB-3DDE-BDC2-110D-4E771199CA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2346962"/>
            <a:ext cx="162000" cy="162000"/>
          </a:xfrm>
          <a:prstGeom prst="rect">
            <a:avLst/>
          </a:prstGeom>
        </p:spPr>
      </p:pic>
      <p:pic>
        <p:nvPicPr>
          <p:cNvPr id="92" name="그래픽 91" descr="배지 5 윤곽선">
            <a:extLst>
              <a:ext uri="{FF2B5EF4-FFF2-40B4-BE49-F238E27FC236}">
                <a16:creationId xmlns:a16="http://schemas.microsoft.com/office/drawing/2014/main" id="{27B5B1B4-E517-A5C9-F799-2DE9361212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2346962"/>
            <a:ext cx="162000" cy="1620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64A8770F-CB37-39BE-A1B8-C14CA9BF548A}"/>
              </a:ext>
            </a:extLst>
          </p:cNvPr>
          <p:cNvSpPr txBox="1"/>
          <p:nvPr/>
        </p:nvSpPr>
        <p:spPr>
          <a:xfrm>
            <a:off x="2726617" y="2335629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46EF4A5-2C06-F90E-C742-D4A5E198E126}"/>
              </a:ext>
            </a:extLst>
          </p:cNvPr>
          <p:cNvSpPr txBox="1"/>
          <p:nvPr/>
        </p:nvSpPr>
        <p:spPr>
          <a:xfrm>
            <a:off x="5700864" y="2381796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F797703-F1AB-E774-3C4A-023377908D90}"/>
              </a:ext>
            </a:extLst>
          </p:cNvPr>
          <p:cNvSpPr/>
          <p:nvPr/>
        </p:nvSpPr>
        <p:spPr>
          <a:xfrm>
            <a:off x="2564469" y="2743999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176D21B8-7DB2-1D1D-BE97-B4BBF9D78A68}"/>
              </a:ext>
            </a:extLst>
          </p:cNvPr>
          <p:cNvSpPr/>
          <p:nvPr/>
        </p:nvSpPr>
        <p:spPr>
          <a:xfrm>
            <a:off x="2622009" y="2787590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25469F-8E0C-35E7-1103-9B8A3BF7A83F}"/>
              </a:ext>
            </a:extLst>
          </p:cNvPr>
          <p:cNvSpPr txBox="1"/>
          <p:nvPr/>
        </p:nvSpPr>
        <p:spPr>
          <a:xfrm>
            <a:off x="2606523" y="2805183"/>
            <a:ext cx="35529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인기있는 무리에 속하고 싶다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3" name="그래픽 102" descr="배지 1 윤곽선">
            <a:extLst>
              <a:ext uri="{FF2B5EF4-FFF2-40B4-BE49-F238E27FC236}">
                <a16:creationId xmlns:a16="http://schemas.microsoft.com/office/drawing/2014/main" id="{EC23D4CE-268C-65C7-263C-D274078C7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3087218"/>
            <a:ext cx="162000" cy="162000"/>
          </a:xfrm>
          <a:prstGeom prst="rect">
            <a:avLst/>
          </a:prstGeom>
        </p:spPr>
      </p:pic>
      <p:pic>
        <p:nvPicPr>
          <p:cNvPr id="108" name="그래픽 107" descr="배지 3 윤곽선">
            <a:extLst>
              <a:ext uri="{FF2B5EF4-FFF2-40B4-BE49-F238E27FC236}">
                <a16:creationId xmlns:a16="http://schemas.microsoft.com/office/drawing/2014/main" id="{ADEB6287-C6B1-0763-29B8-134B5D0F4C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3087218"/>
            <a:ext cx="162000" cy="162000"/>
          </a:xfrm>
          <a:prstGeom prst="rect">
            <a:avLst/>
          </a:prstGeom>
        </p:spPr>
      </p:pic>
      <p:pic>
        <p:nvPicPr>
          <p:cNvPr id="109" name="그래픽 108" descr="배지 5 윤곽선">
            <a:extLst>
              <a:ext uri="{FF2B5EF4-FFF2-40B4-BE49-F238E27FC236}">
                <a16:creationId xmlns:a16="http://schemas.microsoft.com/office/drawing/2014/main" id="{0A10241F-6728-D66D-526C-4DE2198C92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3087218"/>
            <a:ext cx="162000" cy="162000"/>
          </a:xfrm>
          <a:prstGeom prst="rect">
            <a:avLst/>
          </a:prstGeom>
        </p:spPr>
      </p:pic>
      <p:pic>
        <p:nvPicPr>
          <p:cNvPr id="110" name="그래픽 109" descr="배지 4 윤곽선">
            <a:extLst>
              <a:ext uri="{FF2B5EF4-FFF2-40B4-BE49-F238E27FC236}">
                <a16:creationId xmlns:a16="http://schemas.microsoft.com/office/drawing/2014/main" id="{00C435B0-3BC5-773A-2914-C2B39E132D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3087218"/>
            <a:ext cx="162000" cy="162000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F7EAAF69-7C94-6897-5AE3-6424904ED602}"/>
              </a:ext>
            </a:extLst>
          </p:cNvPr>
          <p:cNvSpPr txBox="1"/>
          <p:nvPr/>
        </p:nvSpPr>
        <p:spPr>
          <a:xfrm>
            <a:off x="2726617" y="3075885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B19BC4B-47E6-3A44-0852-78AE7A35E189}"/>
              </a:ext>
            </a:extLst>
          </p:cNvPr>
          <p:cNvSpPr txBox="1"/>
          <p:nvPr/>
        </p:nvSpPr>
        <p:spPr>
          <a:xfrm>
            <a:off x="5700864" y="3122052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9F1D885C-EABD-7198-B60B-E69B3CA5558E}"/>
              </a:ext>
            </a:extLst>
          </p:cNvPr>
          <p:cNvSpPr/>
          <p:nvPr/>
        </p:nvSpPr>
        <p:spPr>
          <a:xfrm>
            <a:off x="2564469" y="3483120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2371EAF5-2F1F-D99B-B8DE-950F2D7D35E2}"/>
              </a:ext>
            </a:extLst>
          </p:cNvPr>
          <p:cNvSpPr/>
          <p:nvPr/>
        </p:nvSpPr>
        <p:spPr>
          <a:xfrm>
            <a:off x="2622009" y="3532774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31CF6B9-5403-7854-7900-47720DF1994A}"/>
              </a:ext>
            </a:extLst>
          </p:cNvPr>
          <p:cNvSpPr txBox="1"/>
          <p:nvPr/>
        </p:nvSpPr>
        <p:spPr>
          <a:xfrm>
            <a:off x="2606523" y="3544304"/>
            <a:ext cx="36228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인기있는 사람이 되고 싶다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0" name="그래픽 119" descr="배지 1 윤곽선">
            <a:extLst>
              <a:ext uri="{FF2B5EF4-FFF2-40B4-BE49-F238E27FC236}">
                <a16:creationId xmlns:a16="http://schemas.microsoft.com/office/drawing/2014/main" id="{3F6FDBF2-306D-E3EA-7269-B7493F4CF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3826339"/>
            <a:ext cx="162000" cy="162000"/>
          </a:xfrm>
          <a:prstGeom prst="rect">
            <a:avLst/>
          </a:prstGeom>
        </p:spPr>
      </p:pic>
      <p:pic>
        <p:nvPicPr>
          <p:cNvPr id="122" name="그래픽 121" descr="배지 3 윤곽선">
            <a:extLst>
              <a:ext uri="{FF2B5EF4-FFF2-40B4-BE49-F238E27FC236}">
                <a16:creationId xmlns:a16="http://schemas.microsoft.com/office/drawing/2014/main" id="{6EBDAACB-B70B-D0CD-27DA-086D7F466B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3826339"/>
            <a:ext cx="162000" cy="162000"/>
          </a:xfrm>
          <a:prstGeom prst="rect">
            <a:avLst/>
          </a:prstGeom>
        </p:spPr>
      </p:pic>
      <p:pic>
        <p:nvPicPr>
          <p:cNvPr id="123" name="그래픽 122" descr="배지 5 윤곽선">
            <a:extLst>
              <a:ext uri="{FF2B5EF4-FFF2-40B4-BE49-F238E27FC236}">
                <a16:creationId xmlns:a16="http://schemas.microsoft.com/office/drawing/2014/main" id="{3E275A38-6372-1473-187B-844204ABD1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3826339"/>
            <a:ext cx="162000" cy="162000"/>
          </a:xfrm>
          <a:prstGeom prst="rect">
            <a:avLst/>
          </a:prstGeom>
        </p:spPr>
      </p:pic>
      <p:pic>
        <p:nvPicPr>
          <p:cNvPr id="124" name="그래픽 123" descr="배지 4 윤곽선">
            <a:extLst>
              <a:ext uri="{FF2B5EF4-FFF2-40B4-BE49-F238E27FC236}">
                <a16:creationId xmlns:a16="http://schemas.microsoft.com/office/drawing/2014/main" id="{0E68CF71-9D5A-C8C2-2E4F-44FCD4DDDB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3826339"/>
            <a:ext cx="162000" cy="16200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78E61FC2-5BFB-FC60-CD84-06A83744C5C7}"/>
              </a:ext>
            </a:extLst>
          </p:cNvPr>
          <p:cNvSpPr txBox="1"/>
          <p:nvPr/>
        </p:nvSpPr>
        <p:spPr>
          <a:xfrm>
            <a:off x="2726617" y="3815006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ABBB7E9-3EA8-D369-C2EB-E24145118335}"/>
              </a:ext>
            </a:extLst>
          </p:cNvPr>
          <p:cNvSpPr txBox="1"/>
          <p:nvPr/>
        </p:nvSpPr>
        <p:spPr>
          <a:xfrm>
            <a:off x="5700864" y="3861173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8A58A73-E63C-34E7-63B4-8C00465C6FDC}"/>
              </a:ext>
            </a:extLst>
          </p:cNvPr>
          <p:cNvSpPr/>
          <p:nvPr/>
        </p:nvSpPr>
        <p:spPr>
          <a:xfrm>
            <a:off x="2564469" y="4222241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2099CD47-1FE2-187C-B26A-21A2E510F780}"/>
              </a:ext>
            </a:extLst>
          </p:cNvPr>
          <p:cNvSpPr/>
          <p:nvPr/>
        </p:nvSpPr>
        <p:spPr>
          <a:xfrm>
            <a:off x="2622009" y="4270670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F3D8D7E-110E-3E3D-3D50-E016AAE30216}"/>
              </a:ext>
            </a:extLst>
          </p:cNvPr>
          <p:cNvSpPr txBox="1"/>
          <p:nvPr/>
        </p:nvSpPr>
        <p:spPr>
          <a:xfrm>
            <a:off x="2606523" y="4283425"/>
            <a:ext cx="40228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 없는 아이와는 친구가 되고 싶지 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30" name="그래픽 129" descr="배지 윤곽선">
            <a:extLst>
              <a:ext uri="{FF2B5EF4-FFF2-40B4-BE49-F238E27FC236}">
                <a16:creationId xmlns:a16="http://schemas.microsoft.com/office/drawing/2014/main" id="{E2DE604B-A71B-926A-7FB7-DC5F51FDE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50" y="4565460"/>
            <a:ext cx="162000" cy="162000"/>
          </a:xfrm>
          <a:prstGeom prst="rect">
            <a:avLst/>
          </a:prstGeom>
        </p:spPr>
      </p:pic>
      <p:pic>
        <p:nvPicPr>
          <p:cNvPr id="131" name="그래픽 130" descr="배지 3 윤곽선">
            <a:extLst>
              <a:ext uri="{FF2B5EF4-FFF2-40B4-BE49-F238E27FC236}">
                <a16:creationId xmlns:a16="http://schemas.microsoft.com/office/drawing/2014/main" id="{9A135603-CD29-C57E-CE43-5E48F4B62F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4565460"/>
            <a:ext cx="162000" cy="162000"/>
          </a:xfrm>
          <a:prstGeom prst="rect">
            <a:avLst/>
          </a:prstGeom>
        </p:spPr>
      </p:pic>
      <p:pic>
        <p:nvPicPr>
          <p:cNvPr id="132" name="그래픽 131" descr="배지 5 윤곽선">
            <a:extLst>
              <a:ext uri="{FF2B5EF4-FFF2-40B4-BE49-F238E27FC236}">
                <a16:creationId xmlns:a16="http://schemas.microsoft.com/office/drawing/2014/main" id="{C52E8AB1-8463-20E0-50EB-59BF1348EC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4565460"/>
            <a:ext cx="162000" cy="162000"/>
          </a:xfrm>
          <a:prstGeom prst="rect">
            <a:avLst/>
          </a:prstGeom>
        </p:spPr>
      </p:pic>
      <p:pic>
        <p:nvPicPr>
          <p:cNvPr id="158" name="그래픽 157" descr="배지 4 윤곽선">
            <a:extLst>
              <a:ext uri="{FF2B5EF4-FFF2-40B4-BE49-F238E27FC236}">
                <a16:creationId xmlns:a16="http://schemas.microsoft.com/office/drawing/2014/main" id="{77A7C1CD-90C6-73DF-F4E3-CE6E1EBD1E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4565460"/>
            <a:ext cx="162000" cy="162000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1C17E67B-FF76-DE74-1D52-280825E9A474}"/>
              </a:ext>
            </a:extLst>
          </p:cNvPr>
          <p:cNvSpPr txBox="1"/>
          <p:nvPr/>
        </p:nvSpPr>
        <p:spPr>
          <a:xfrm>
            <a:off x="2726617" y="4554127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290107B-4FC6-FDE6-7531-A3EED2F5DB80}"/>
              </a:ext>
            </a:extLst>
          </p:cNvPr>
          <p:cNvSpPr txBox="1"/>
          <p:nvPr/>
        </p:nvSpPr>
        <p:spPr>
          <a:xfrm>
            <a:off x="5700864" y="4600294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7606814E-ED35-DD42-60D7-EE8932AE1847}"/>
              </a:ext>
            </a:extLst>
          </p:cNvPr>
          <p:cNvSpPr/>
          <p:nvPr/>
        </p:nvSpPr>
        <p:spPr>
          <a:xfrm>
            <a:off x="2564469" y="4987349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6C8180E4-AF6B-2C83-C75B-88DF0F05E39B}"/>
              </a:ext>
            </a:extLst>
          </p:cNvPr>
          <p:cNvSpPr/>
          <p:nvPr/>
        </p:nvSpPr>
        <p:spPr>
          <a:xfrm>
            <a:off x="2622009" y="5036849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6D00C8F-8BCE-6540-84DB-38D59DFADEDC}"/>
              </a:ext>
            </a:extLst>
          </p:cNvPr>
          <p:cNvSpPr txBox="1"/>
          <p:nvPr/>
        </p:nvSpPr>
        <p:spPr>
          <a:xfrm>
            <a:off x="2606523" y="5048533"/>
            <a:ext cx="40228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 없는 무리에 속하고 싶지 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63" name="그래픽 162" descr="배지 1 윤곽선">
            <a:extLst>
              <a:ext uri="{FF2B5EF4-FFF2-40B4-BE49-F238E27FC236}">
                <a16:creationId xmlns:a16="http://schemas.microsoft.com/office/drawing/2014/main" id="{3DD46F40-A22C-A95C-0779-68543C362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5330568"/>
            <a:ext cx="162000" cy="162000"/>
          </a:xfrm>
          <a:prstGeom prst="rect">
            <a:avLst/>
          </a:prstGeom>
        </p:spPr>
      </p:pic>
      <p:pic>
        <p:nvPicPr>
          <p:cNvPr id="164" name="그래픽 163" descr="배지 윤곽선">
            <a:extLst>
              <a:ext uri="{FF2B5EF4-FFF2-40B4-BE49-F238E27FC236}">
                <a16:creationId xmlns:a16="http://schemas.microsoft.com/office/drawing/2014/main" id="{6BDC67DB-E877-B4AC-19A4-9712C5875E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50" y="5330568"/>
            <a:ext cx="162000" cy="162000"/>
          </a:xfrm>
          <a:prstGeom prst="rect">
            <a:avLst/>
          </a:prstGeom>
        </p:spPr>
      </p:pic>
      <p:pic>
        <p:nvPicPr>
          <p:cNvPr id="165" name="그래픽 164" descr="배지 3 윤곽선">
            <a:extLst>
              <a:ext uri="{FF2B5EF4-FFF2-40B4-BE49-F238E27FC236}">
                <a16:creationId xmlns:a16="http://schemas.microsoft.com/office/drawing/2014/main" id="{E2E94833-1118-EFAA-8F13-60BB01F417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5330568"/>
            <a:ext cx="162000" cy="162000"/>
          </a:xfrm>
          <a:prstGeom prst="rect">
            <a:avLst/>
          </a:prstGeom>
        </p:spPr>
      </p:pic>
      <p:pic>
        <p:nvPicPr>
          <p:cNvPr id="166" name="그래픽 165" descr="배지 5 윤곽선">
            <a:extLst>
              <a:ext uri="{FF2B5EF4-FFF2-40B4-BE49-F238E27FC236}">
                <a16:creationId xmlns:a16="http://schemas.microsoft.com/office/drawing/2014/main" id="{A1571C65-A265-3A0B-8782-92FB4AC327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5330568"/>
            <a:ext cx="162000" cy="162000"/>
          </a:xfrm>
          <a:prstGeom prst="rect">
            <a:avLst/>
          </a:prstGeom>
        </p:spPr>
      </p:pic>
      <p:pic>
        <p:nvPicPr>
          <p:cNvPr id="167" name="그래픽 166" descr="배지 4 윤곽선">
            <a:extLst>
              <a:ext uri="{FF2B5EF4-FFF2-40B4-BE49-F238E27FC236}">
                <a16:creationId xmlns:a16="http://schemas.microsoft.com/office/drawing/2014/main" id="{0140192A-3594-8D56-D864-E67C82F5BE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5330568"/>
            <a:ext cx="162000" cy="162000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48995CC1-24B1-91D8-E380-8277F9800DC4}"/>
              </a:ext>
            </a:extLst>
          </p:cNvPr>
          <p:cNvSpPr txBox="1"/>
          <p:nvPr/>
        </p:nvSpPr>
        <p:spPr>
          <a:xfrm>
            <a:off x="2726617" y="5319235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5FB194B-1150-67E4-91CB-906ACC3BAB72}"/>
              </a:ext>
            </a:extLst>
          </p:cNvPr>
          <p:cNvSpPr txBox="1"/>
          <p:nvPr/>
        </p:nvSpPr>
        <p:spPr>
          <a:xfrm>
            <a:off x="5700864" y="5365402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63435051-9C68-E13F-5D8D-CF28E6CA8CA5}"/>
              </a:ext>
            </a:extLst>
          </p:cNvPr>
          <p:cNvSpPr/>
          <p:nvPr/>
        </p:nvSpPr>
        <p:spPr>
          <a:xfrm>
            <a:off x="2564469" y="5727605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B0F01F3-1FD1-BF06-2F8B-2D29FA257A95}"/>
              </a:ext>
            </a:extLst>
          </p:cNvPr>
          <p:cNvSpPr/>
          <p:nvPr/>
        </p:nvSpPr>
        <p:spPr>
          <a:xfrm>
            <a:off x="2622009" y="5786551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37E18C3-0277-FC12-FFD8-E2EA4F17A348}"/>
              </a:ext>
            </a:extLst>
          </p:cNvPr>
          <p:cNvSpPr txBox="1"/>
          <p:nvPr/>
        </p:nvSpPr>
        <p:spPr>
          <a:xfrm>
            <a:off x="2606524" y="5788789"/>
            <a:ext cx="367074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 없는 사람이 되고 싶지 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72" name="그래픽 171" descr="배지 1 윤곽선">
            <a:extLst>
              <a:ext uri="{FF2B5EF4-FFF2-40B4-BE49-F238E27FC236}">
                <a16:creationId xmlns:a16="http://schemas.microsoft.com/office/drawing/2014/main" id="{81681D2D-1CB6-38A6-915B-C01870D65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6070824"/>
            <a:ext cx="162000" cy="162000"/>
          </a:xfrm>
          <a:prstGeom prst="rect">
            <a:avLst/>
          </a:prstGeom>
        </p:spPr>
      </p:pic>
      <p:pic>
        <p:nvPicPr>
          <p:cNvPr id="173" name="그래픽 172" descr="배지 윤곽선">
            <a:extLst>
              <a:ext uri="{FF2B5EF4-FFF2-40B4-BE49-F238E27FC236}">
                <a16:creationId xmlns:a16="http://schemas.microsoft.com/office/drawing/2014/main" id="{93D7BC40-63AF-62B1-FAEE-3240485E8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50" y="6070824"/>
            <a:ext cx="162000" cy="162000"/>
          </a:xfrm>
          <a:prstGeom prst="rect">
            <a:avLst/>
          </a:prstGeom>
        </p:spPr>
      </p:pic>
      <p:pic>
        <p:nvPicPr>
          <p:cNvPr id="174" name="그래픽 173" descr="배지 3 윤곽선">
            <a:extLst>
              <a:ext uri="{FF2B5EF4-FFF2-40B4-BE49-F238E27FC236}">
                <a16:creationId xmlns:a16="http://schemas.microsoft.com/office/drawing/2014/main" id="{776C7EB9-FD7F-CFE6-0AE6-A8FCD61521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6070824"/>
            <a:ext cx="162000" cy="162000"/>
          </a:xfrm>
          <a:prstGeom prst="rect">
            <a:avLst/>
          </a:prstGeom>
        </p:spPr>
      </p:pic>
      <p:pic>
        <p:nvPicPr>
          <p:cNvPr id="175" name="그래픽 174" descr="배지 5 윤곽선">
            <a:extLst>
              <a:ext uri="{FF2B5EF4-FFF2-40B4-BE49-F238E27FC236}">
                <a16:creationId xmlns:a16="http://schemas.microsoft.com/office/drawing/2014/main" id="{64B20790-A8FA-E36A-0B51-A3E34907D7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6070824"/>
            <a:ext cx="162000" cy="162000"/>
          </a:xfrm>
          <a:prstGeom prst="rect">
            <a:avLst/>
          </a:prstGeom>
        </p:spPr>
      </p:pic>
      <p:pic>
        <p:nvPicPr>
          <p:cNvPr id="176" name="그래픽 175" descr="배지 4 윤곽선">
            <a:extLst>
              <a:ext uri="{FF2B5EF4-FFF2-40B4-BE49-F238E27FC236}">
                <a16:creationId xmlns:a16="http://schemas.microsoft.com/office/drawing/2014/main" id="{72773ADA-30C1-45BB-2D8A-862C8B8EBA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6070824"/>
            <a:ext cx="162000" cy="162000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58075745-11C5-6EF9-61B1-A592C0DA941B}"/>
              </a:ext>
            </a:extLst>
          </p:cNvPr>
          <p:cNvSpPr txBox="1"/>
          <p:nvPr/>
        </p:nvSpPr>
        <p:spPr>
          <a:xfrm>
            <a:off x="2726617" y="6059491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E0DB3A1-C0BF-042B-CBF0-2ED26074B6FD}"/>
              </a:ext>
            </a:extLst>
          </p:cNvPr>
          <p:cNvSpPr txBox="1"/>
          <p:nvPr/>
        </p:nvSpPr>
        <p:spPr>
          <a:xfrm>
            <a:off x="5700864" y="6105658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B00F07B6-E13A-030F-541B-A3079D119E36}"/>
              </a:ext>
            </a:extLst>
          </p:cNvPr>
          <p:cNvSpPr/>
          <p:nvPr/>
        </p:nvSpPr>
        <p:spPr>
          <a:xfrm>
            <a:off x="2587785" y="1867559"/>
            <a:ext cx="4041615" cy="462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148E63DE-87DA-C385-87E0-61892A6821BA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54B75CA-E96B-00E3-BC6E-76F484EFCE5D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자신에게 얼마나 해당하는지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따라 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점부터 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점까지 선택해 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D42257B-CB8B-CCF4-4CC5-D3C60F04D176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2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자기보고</a:t>
            </a: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53B632F0-CC27-09C5-209E-03C83BD23165}"/>
              </a:ext>
            </a:extLst>
          </p:cNvPr>
          <p:cNvSpPr/>
          <p:nvPr/>
        </p:nvSpPr>
        <p:spPr>
          <a:xfrm>
            <a:off x="2598633" y="1867559"/>
            <a:ext cx="2199443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72D9BB86-854B-2274-B2B2-CCC7A1155A06}"/>
              </a:ext>
            </a:extLst>
          </p:cNvPr>
          <p:cNvSpPr/>
          <p:nvPr/>
        </p:nvSpPr>
        <p:spPr>
          <a:xfrm>
            <a:off x="5999911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99CF4580-25F6-7E91-AE63-AB824E2C1BA6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56ECA8A9-0DAC-B3B7-2C5F-165225409127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57A6C0AA-312B-8E1D-31A0-6D4328811265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96" name="그래픽 195" descr="위쪽 캐럿 단색으로 채워진">
              <a:extLst>
                <a:ext uri="{FF2B5EF4-FFF2-40B4-BE49-F238E27FC236}">
                  <a16:creationId xmlns:a16="http://schemas.microsoft.com/office/drawing/2014/main" id="{2A21696A-EEC4-523C-1622-6F97E3857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197" name="그래픽 196" descr="위쪽 캐럿 단색으로 채워진">
              <a:extLst>
                <a:ext uri="{FF2B5EF4-FFF2-40B4-BE49-F238E27FC236}">
                  <a16:creationId xmlns:a16="http://schemas.microsoft.com/office/drawing/2014/main" id="{CEEC80DC-D19B-5626-ACE3-1C684DB5A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  <p:pic>
        <p:nvPicPr>
          <p:cNvPr id="3" name="그래픽 2" descr="배지 단색으로 채워진">
            <a:extLst>
              <a:ext uri="{FF2B5EF4-FFF2-40B4-BE49-F238E27FC236}">
                <a16:creationId xmlns:a16="http://schemas.microsoft.com/office/drawing/2014/main" id="{41C6D1D2-F27C-296F-0F17-2286457CCEE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19830" y="3828395"/>
            <a:ext cx="162000" cy="162000"/>
          </a:xfrm>
          <a:prstGeom prst="rect">
            <a:avLst/>
          </a:prstGeom>
        </p:spPr>
      </p:pic>
      <p:pic>
        <p:nvPicPr>
          <p:cNvPr id="5" name="그래픽 4" descr="배지 단색으로 채워진">
            <a:extLst>
              <a:ext uri="{FF2B5EF4-FFF2-40B4-BE49-F238E27FC236}">
                <a16:creationId xmlns:a16="http://schemas.microsoft.com/office/drawing/2014/main" id="{72BEC516-23EF-38EB-50EF-0CA64D0699A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15805" y="3087218"/>
            <a:ext cx="162000" cy="162000"/>
          </a:xfrm>
          <a:prstGeom prst="rect">
            <a:avLst/>
          </a:prstGeom>
        </p:spPr>
      </p:pic>
      <p:pic>
        <p:nvPicPr>
          <p:cNvPr id="6" name="그래픽 5" descr="배지 4 단색으로 채워진">
            <a:extLst>
              <a:ext uri="{FF2B5EF4-FFF2-40B4-BE49-F238E27FC236}">
                <a16:creationId xmlns:a16="http://schemas.microsoft.com/office/drawing/2014/main" id="{5BD9041C-152F-CF46-151E-6937BE8F2EA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19332" y="2343616"/>
            <a:ext cx="162000" cy="162000"/>
          </a:xfrm>
          <a:prstGeom prst="rect">
            <a:avLst/>
          </a:prstGeom>
        </p:spPr>
      </p:pic>
      <p:pic>
        <p:nvPicPr>
          <p:cNvPr id="7" name="그래픽 6" descr="배지 1 단색으로 채워진">
            <a:extLst>
              <a:ext uri="{FF2B5EF4-FFF2-40B4-BE49-F238E27FC236}">
                <a16:creationId xmlns:a16="http://schemas.microsoft.com/office/drawing/2014/main" id="{0D4DE367-917D-3A81-9716-CBA1D9C16E2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11091" y="4568731"/>
            <a:ext cx="162000" cy="1620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3766B5-6BFA-50F3-6A2B-9E12C9BB0AA1}"/>
              </a:ext>
            </a:extLst>
          </p:cNvPr>
          <p:cNvSpPr/>
          <p:nvPr/>
        </p:nvSpPr>
        <p:spPr>
          <a:xfrm>
            <a:off x="6339656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 음</a:t>
            </a:r>
          </a:p>
        </p:txBody>
      </p:sp>
    </p:spTree>
    <p:extLst>
      <p:ext uri="{BB962C8B-B14F-4D97-AF65-F5344CB8AC3E}">
        <p14:creationId xmlns:p14="http://schemas.microsoft.com/office/powerpoint/2010/main" val="38030429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9378-8FC2-40F6-3C89-489B9503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4FF8CE9-1C96-8542-D5B3-FDB3CC2C8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90E80B2-6F1E-618E-EADD-C7F9848294E3}"/>
              </a:ext>
            </a:extLst>
          </p:cNvPr>
          <p:cNvSpPr>
            <a:spLocks/>
          </p:cNvSpPr>
          <p:nvPr/>
        </p:nvSpPr>
        <p:spPr>
          <a:xfrm>
            <a:off x="2587785" y="1867559"/>
            <a:ext cx="4041615" cy="462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D8C8B9E1-5668-32C4-3FD3-4CBD8DA14D9E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B3B5303-91A3-EDC5-2AA2-4693FCB6042D}"/>
              </a:ext>
            </a:extLst>
          </p:cNvPr>
          <p:cNvGraphicFramePr>
            <a:graphicFrameLocks noGrp="1"/>
          </p:cNvGraphicFramePr>
          <p:nvPr/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자기보고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S-5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5039DA8-7B32-5F6D-D682-2FCB34B3D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45821"/>
              </p:ext>
            </p:extLst>
          </p:nvPr>
        </p:nvGraphicFramePr>
        <p:xfrm>
          <a:off x="9095796" y="141289"/>
          <a:ext cx="2961267" cy="31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 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이론적으로는 응답자가 자유롭게 자기 표현을 하도록 유도하는 것이 원칙이나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리포트 결과에 영향을 줄 수 있어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자로 제한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50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 이내로 작성해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.＂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입력란은 문항과 공간적으로 구분되어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입력 행위 목적성을 강조할 수 있도록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작성하지 않은 문항이 있는 경우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정확한 문장이 아니어도 괜찮습니다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자유롭게 적어주세요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 “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18CF4C2-0692-A55B-AF37-AA4C60938E3B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E31968-CB27-2D84-D5B4-47785DBD77B8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E78DE5-CE41-E237-9E59-D63B5FD51278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6CFF7CC-C353-A10B-0BF8-3947A7831076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2CA3F6EA-6DFD-BDF8-DB2C-F8515D9971F0}"/>
              </a:ext>
            </a:extLst>
          </p:cNvPr>
          <p:cNvSpPr/>
          <p:nvPr/>
        </p:nvSpPr>
        <p:spPr>
          <a:xfrm>
            <a:off x="2622008" y="2052172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DB155BBB-EADE-F4C9-D63B-C5362CA87F46}"/>
              </a:ext>
            </a:extLst>
          </p:cNvPr>
          <p:cNvSpPr/>
          <p:nvPr/>
        </p:nvSpPr>
        <p:spPr>
          <a:xfrm>
            <a:off x="2622008" y="4270670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04B2772D-173B-E113-868E-25428A530E13}"/>
              </a:ext>
            </a:extLst>
          </p:cNvPr>
          <p:cNvSpPr/>
          <p:nvPr/>
        </p:nvSpPr>
        <p:spPr>
          <a:xfrm>
            <a:off x="2622008" y="5036849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DDD6EFF-B7D9-30C7-6030-F07D46756BD5}"/>
              </a:ext>
            </a:extLst>
          </p:cNvPr>
          <p:cNvSpPr/>
          <p:nvPr/>
        </p:nvSpPr>
        <p:spPr>
          <a:xfrm>
            <a:off x="2622008" y="5786551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A1EF666E-F81A-153A-3CD0-2E0B1DB66CCA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1F39A0A-881C-0AAD-75D5-2F68D1B7E31A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문장은 중간까지 주어져 있으며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빈칸에 이어서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생각나는 대로 자유롭게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완성해주세요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9A198F3A-4019-B469-FD1D-26445CB43F33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3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문장완성</a:t>
            </a: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49EA2E71-D524-5510-1956-3A2E69EF9C89}"/>
              </a:ext>
            </a:extLst>
          </p:cNvPr>
          <p:cNvSpPr/>
          <p:nvPr/>
        </p:nvSpPr>
        <p:spPr>
          <a:xfrm>
            <a:off x="2598632" y="1867559"/>
            <a:ext cx="3312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84D2BC55-44DC-5857-0E6D-6F06C74C09BC}"/>
              </a:ext>
            </a:extLst>
          </p:cNvPr>
          <p:cNvSpPr/>
          <p:nvPr/>
        </p:nvSpPr>
        <p:spPr>
          <a:xfrm>
            <a:off x="6529364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 출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D312F825-7826-663A-0B6D-12EB582C4F68}"/>
              </a:ext>
            </a:extLst>
          </p:cNvPr>
          <p:cNvSpPr/>
          <p:nvPr/>
        </p:nvSpPr>
        <p:spPr>
          <a:xfrm>
            <a:off x="6187368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3C21F488-BCFC-EE25-1759-D7FA1273946F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9FC53624-8AD0-6213-91A8-9F4ECE1D5FD6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C3F2EAD3-4EE5-8B49-E9DD-E681C8994674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96" name="그래픽 195" descr="위쪽 캐럿 단색으로 채워진">
              <a:extLst>
                <a:ext uri="{FF2B5EF4-FFF2-40B4-BE49-F238E27FC236}">
                  <a16:creationId xmlns:a16="http://schemas.microsoft.com/office/drawing/2014/main" id="{A568C70A-922C-159D-C293-C6D62303C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197" name="그래픽 196" descr="위쪽 캐럿 단색으로 채워진">
              <a:extLst>
                <a:ext uri="{FF2B5EF4-FFF2-40B4-BE49-F238E27FC236}">
                  <a16:creationId xmlns:a16="http://schemas.microsoft.com/office/drawing/2014/main" id="{15FF3118-C867-90F2-F660-CA71C97A0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00C6FEF-C723-38F3-2027-C9F6C964CE45}"/>
              </a:ext>
            </a:extLst>
          </p:cNvPr>
          <p:cNvSpPr/>
          <p:nvPr/>
        </p:nvSpPr>
        <p:spPr>
          <a:xfrm>
            <a:off x="2564469" y="2003743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97D508E-94EF-3B22-6E1C-56DC888EE608}"/>
              </a:ext>
            </a:extLst>
          </p:cNvPr>
          <p:cNvSpPr/>
          <p:nvPr/>
        </p:nvSpPr>
        <p:spPr>
          <a:xfrm>
            <a:off x="3802454" y="2093827"/>
            <a:ext cx="639442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04938-04EA-510A-89CE-7E90B496F2A9}"/>
              </a:ext>
            </a:extLst>
          </p:cNvPr>
          <p:cNvSpPr txBox="1"/>
          <p:nvPr/>
        </p:nvSpPr>
        <p:spPr>
          <a:xfrm>
            <a:off x="2606523" y="2064927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친구가 속상해 보일 때 나는 보통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406513-801B-3426-CB22-4A688B3E0A9C}"/>
              </a:ext>
            </a:extLst>
          </p:cNvPr>
          <p:cNvSpPr txBox="1"/>
          <p:nvPr/>
        </p:nvSpPr>
        <p:spPr>
          <a:xfrm>
            <a:off x="3761998" y="2064927"/>
            <a:ext cx="82905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같이 축구를 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57BED9-9F6D-5BC9-0CB2-0EB623FF7544}"/>
              </a:ext>
            </a:extLst>
          </p:cNvPr>
          <p:cNvSpPr txBox="1"/>
          <p:nvPr/>
        </p:nvSpPr>
        <p:spPr>
          <a:xfrm>
            <a:off x="3758823" y="2080006"/>
            <a:ext cx="87350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7B7BDEC-C120-6FE7-AE97-1715479C9B10}"/>
              </a:ext>
            </a:extLst>
          </p:cNvPr>
          <p:cNvSpPr/>
          <p:nvPr/>
        </p:nvSpPr>
        <p:spPr>
          <a:xfrm>
            <a:off x="2622008" y="2497347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11CFEC2-8F39-31CA-2422-AF7FC92007FE}"/>
              </a:ext>
            </a:extLst>
          </p:cNvPr>
          <p:cNvSpPr/>
          <p:nvPr/>
        </p:nvSpPr>
        <p:spPr>
          <a:xfrm>
            <a:off x="2564469" y="2448918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6C94589-3E79-E3B0-BAD2-7A5C39671263}"/>
              </a:ext>
            </a:extLst>
          </p:cNvPr>
          <p:cNvSpPr/>
          <p:nvPr/>
        </p:nvSpPr>
        <p:spPr>
          <a:xfrm>
            <a:off x="3640932" y="2539002"/>
            <a:ext cx="1208758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8CE3AA-BB0B-EB8A-ADF4-60A26D121DEF}"/>
              </a:ext>
            </a:extLst>
          </p:cNvPr>
          <p:cNvSpPr txBox="1"/>
          <p:nvPr/>
        </p:nvSpPr>
        <p:spPr>
          <a:xfrm>
            <a:off x="2606523" y="2510102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수업 중 질문이 나오면 나는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4C1F68-C6C4-1490-2C8C-48130E873D04}"/>
              </a:ext>
            </a:extLst>
          </p:cNvPr>
          <p:cNvSpPr txBox="1"/>
          <p:nvPr/>
        </p:nvSpPr>
        <p:spPr>
          <a:xfrm>
            <a:off x="3595306" y="2510102"/>
            <a:ext cx="13910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쉬는 시간까지 기다린 후에 질문한다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1257D7-E4F3-E504-7FD5-E86AE8F36A02}"/>
              </a:ext>
            </a:extLst>
          </p:cNvPr>
          <p:cNvSpPr txBox="1"/>
          <p:nvPr/>
        </p:nvSpPr>
        <p:spPr>
          <a:xfrm>
            <a:off x="3594188" y="2525181"/>
            <a:ext cx="13910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_______________________________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3EC5AE3-E9B2-03E5-E4CD-4505E0F28C0A}"/>
              </a:ext>
            </a:extLst>
          </p:cNvPr>
          <p:cNvSpPr/>
          <p:nvPr/>
        </p:nvSpPr>
        <p:spPr>
          <a:xfrm>
            <a:off x="2564469" y="2888672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8238E36-987F-2C26-C608-C96539789695}"/>
              </a:ext>
            </a:extLst>
          </p:cNvPr>
          <p:cNvSpPr/>
          <p:nvPr/>
        </p:nvSpPr>
        <p:spPr>
          <a:xfrm>
            <a:off x="3325812" y="2978756"/>
            <a:ext cx="321469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D27DB8-B31C-6D3F-12C1-0FCE16CF021F}"/>
              </a:ext>
            </a:extLst>
          </p:cNvPr>
          <p:cNvSpPr txBox="1"/>
          <p:nvPr/>
        </p:nvSpPr>
        <p:spPr>
          <a:xfrm>
            <a:off x="2606523" y="2949856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수업 시간은 보통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1FCE6C-F0F8-1135-CED0-1C7A06B971D5}"/>
              </a:ext>
            </a:extLst>
          </p:cNvPr>
          <p:cNvSpPr txBox="1"/>
          <p:nvPr/>
        </p:nvSpPr>
        <p:spPr>
          <a:xfrm>
            <a:off x="3288633" y="2949856"/>
            <a:ext cx="458658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>
                <a:latin typeface="나눔스퀘어" panose="020B0600000101010101" pitchFamily="50" charset="-127"/>
                <a:ea typeface="나눔스퀘어" panose="020B0600000101010101" pitchFamily="50" charset="-127"/>
              </a:rPr>
              <a:t>심심한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C00ACF-CB12-2081-0512-B8895B643BA6}"/>
              </a:ext>
            </a:extLst>
          </p:cNvPr>
          <p:cNvSpPr txBox="1"/>
          <p:nvPr/>
        </p:nvSpPr>
        <p:spPr>
          <a:xfrm>
            <a:off x="3276423" y="2964935"/>
            <a:ext cx="41133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56656D-F18B-9439-272A-E0AC434ABB0C}"/>
              </a:ext>
            </a:extLst>
          </p:cNvPr>
          <p:cNvSpPr txBox="1"/>
          <p:nvPr/>
        </p:nvSpPr>
        <p:spPr>
          <a:xfrm>
            <a:off x="3580641" y="2949856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느낌이다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CFB5A6D-8655-DDED-791E-E6ED8E3CDA87}"/>
              </a:ext>
            </a:extLst>
          </p:cNvPr>
          <p:cNvGrpSpPr/>
          <p:nvPr/>
        </p:nvGrpSpPr>
        <p:grpSpPr>
          <a:xfrm>
            <a:off x="2564469" y="3330496"/>
            <a:ext cx="4064932" cy="325700"/>
            <a:chOff x="2564469" y="3330496"/>
            <a:chExt cx="4064932" cy="3257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3F5D750F-F033-C03B-BB3F-BDEABBB150DC}"/>
                </a:ext>
              </a:extLst>
            </p:cNvPr>
            <p:cNvSpPr/>
            <p:nvPr/>
          </p:nvSpPr>
          <p:spPr>
            <a:xfrm>
              <a:off x="2564469" y="3330496"/>
              <a:ext cx="4064932" cy="325700"/>
            </a:xfrm>
            <a:prstGeom prst="roundRect">
              <a:avLst>
                <a:gd name="adj" fmla="val 10364"/>
              </a:avLst>
            </a:prstGeom>
            <a:solidFill>
              <a:srgbClr val="E4E4E4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7D483FA8-69EF-6008-9825-6F6B096F31CB}"/>
                </a:ext>
              </a:extLst>
            </p:cNvPr>
            <p:cNvSpPr/>
            <p:nvPr/>
          </p:nvSpPr>
          <p:spPr>
            <a:xfrm>
              <a:off x="3640932" y="3420580"/>
              <a:ext cx="854868" cy="123117"/>
            </a:xfrm>
            <a:prstGeom prst="roundRect">
              <a:avLst>
                <a:gd name="adj" fmla="val 116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ED75D9F-014B-E63C-EF86-52AAA5562331}"/>
                </a:ext>
              </a:extLst>
            </p:cNvPr>
            <p:cNvSpPr txBox="1"/>
            <p:nvPr/>
          </p:nvSpPr>
          <p:spPr>
            <a:xfrm>
              <a:off x="2606523" y="3391680"/>
              <a:ext cx="132412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4. </a:t>
              </a:r>
              <a:r>
                <a:rPr lang="ko-KR" altLang="en-US" sz="6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친구랑</a:t>
              </a:r>
              <a:r>
                <a:rPr lang="ko-KR" altLang="en-US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함께 공부하면 나는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3D3A15-D16A-53AA-2B74-3A58E5518A86}"/>
                </a:ext>
              </a:extLst>
            </p:cNvPr>
            <p:cNvSpPr txBox="1"/>
            <p:nvPr/>
          </p:nvSpPr>
          <p:spPr>
            <a:xfrm>
              <a:off x="3595307" y="3391680"/>
              <a:ext cx="11659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산만해서 집중이 안된다</a:t>
              </a:r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  <a:endPara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22C13C-3776-95A3-F894-F0A86C8E924C}"/>
                </a:ext>
              </a:extLst>
            </p:cNvPr>
            <p:cNvSpPr txBox="1"/>
            <p:nvPr/>
          </p:nvSpPr>
          <p:spPr>
            <a:xfrm>
              <a:off x="3594189" y="3406759"/>
              <a:ext cx="109846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_____________________</a:t>
              </a:r>
              <a:endPara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B31B744-E4A3-F9DF-D7A3-780FA2E1686A}"/>
              </a:ext>
            </a:extLst>
          </p:cNvPr>
          <p:cNvSpPr/>
          <p:nvPr/>
        </p:nvSpPr>
        <p:spPr>
          <a:xfrm>
            <a:off x="2564469" y="3787860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509BADA-D7C6-8929-25D6-B70D3E1195E7}"/>
              </a:ext>
            </a:extLst>
          </p:cNvPr>
          <p:cNvSpPr/>
          <p:nvPr/>
        </p:nvSpPr>
        <p:spPr>
          <a:xfrm>
            <a:off x="3702233" y="3877944"/>
            <a:ext cx="1042111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95B960-9728-8C80-A176-04EB98928089}"/>
              </a:ext>
            </a:extLst>
          </p:cNvPr>
          <p:cNvSpPr txBox="1"/>
          <p:nvPr/>
        </p:nvSpPr>
        <p:spPr>
          <a:xfrm>
            <a:off x="2606523" y="3849044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친구보다 점수가 낮으면 나는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956BDA-6F3B-3BFB-109C-C020B546EA8D}"/>
              </a:ext>
            </a:extLst>
          </p:cNvPr>
          <p:cNvSpPr txBox="1"/>
          <p:nvPr/>
        </p:nvSpPr>
        <p:spPr>
          <a:xfrm>
            <a:off x="3632051" y="3849044"/>
            <a:ext cx="1186109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내가 공부를 덜했구나 생각된다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ABAF8C-CCBF-CE00-69F2-D775B5014C65}"/>
              </a:ext>
            </a:extLst>
          </p:cNvPr>
          <p:cNvSpPr txBox="1"/>
          <p:nvPr/>
        </p:nvSpPr>
        <p:spPr>
          <a:xfrm>
            <a:off x="3637799" y="3864123"/>
            <a:ext cx="120655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DFC1F7D-5463-9B82-FF03-B8B50956274F}"/>
              </a:ext>
            </a:extLst>
          </p:cNvPr>
          <p:cNvSpPr/>
          <p:nvPr/>
        </p:nvSpPr>
        <p:spPr>
          <a:xfrm>
            <a:off x="2564469" y="4226482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220F282-94F8-FA70-F303-948103979233}"/>
              </a:ext>
            </a:extLst>
          </p:cNvPr>
          <p:cNvSpPr/>
          <p:nvPr/>
        </p:nvSpPr>
        <p:spPr>
          <a:xfrm>
            <a:off x="3502448" y="4316566"/>
            <a:ext cx="939448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A45C00-A113-9CE9-DA1C-0E7BFDE88192}"/>
              </a:ext>
            </a:extLst>
          </p:cNvPr>
          <p:cNvSpPr txBox="1"/>
          <p:nvPr/>
        </p:nvSpPr>
        <p:spPr>
          <a:xfrm>
            <a:off x="2606523" y="4287666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실수했을 때 나는 보통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A4170B-3402-FE51-DEBD-5DB2ECE3E24C}"/>
              </a:ext>
            </a:extLst>
          </p:cNvPr>
          <p:cNvSpPr txBox="1"/>
          <p:nvPr/>
        </p:nvSpPr>
        <p:spPr>
          <a:xfrm>
            <a:off x="3456822" y="4287666"/>
            <a:ext cx="1151133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그럴 수 있지 </a:t>
            </a:r>
            <a:r>
              <a:rPr lang="ko-KR" altLang="en-US" sz="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라고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생각한다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159917-EF0F-7428-99A0-0EF66B5051B3}"/>
              </a:ext>
            </a:extLst>
          </p:cNvPr>
          <p:cNvSpPr txBox="1"/>
          <p:nvPr/>
        </p:nvSpPr>
        <p:spPr>
          <a:xfrm>
            <a:off x="3454441" y="4302745"/>
            <a:ext cx="1079695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6E89061-1F2B-88C9-39A0-D63ADCFD047A}"/>
              </a:ext>
            </a:extLst>
          </p:cNvPr>
          <p:cNvSpPr/>
          <p:nvPr/>
        </p:nvSpPr>
        <p:spPr>
          <a:xfrm>
            <a:off x="2622008" y="4710424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A04E165E-1337-4BF3-E616-965896868AB1}"/>
              </a:ext>
            </a:extLst>
          </p:cNvPr>
          <p:cNvSpPr/>
          <p:nvPr/>
        </p:nvSpPr>
        <p:spPr>
          <a:xfrm>
            <a:off x="2564469" y="4666236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B5E3F92-F8D7-14F4-9EA9-121AB29542DE}"/>
              </a:ext>
            </a:extLst>
          </p:cNvPr>
          <p:cNvSpPr/>
          <p:nvPr/>
        </p:nvSpPr>
        <p:spPr>
          <a:xfrm>
            <a:off x="3775344" y="4756320"/>
            <a:ext cx="917308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E22F86-37F2-400B-3891-1890F7C7128D}"/>
              </a:ext>
            </a:extLst>
          </p:cNvPr>
          <p:cNvSpPr txBox="1"/>
          <p:nvPr/>
        </p:nvSpPr>
        <p:spPr>
          <a:xfrm>
            <a:off x="2606523" y="4727420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7.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내가 힘들다고 말하면 부모님은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D4BB95-0E8C-971A-FEE8-E872DA9D8B21}"/>
              </a:ext>
            </a:extLst>
          </p:cNvPr>
          <p:cNvSpPr txBox="1"/>
          <p:nvPr/>
        </p:nvSpPr>
        <p:spPr>
          <a:xfrm>
            <a:off x="3729718" y="4727420"/>
            <a:ext cx="1031561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무슨 일 있냐고 물어보신다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643612-54C0-3429-5064-E5FF20E95AC2}"/>
              </a:ext>
            </a:extLst>
          </p:cNvPr>
          <p:cNvSpPr txBox="1"/>
          <p:nvPr/>
        </p:nvSpPr>
        <p:spPr>
          <a:xfrm>
            <a:off x="3728197" y="4742499"/>
            <a:ext cx="1089963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52744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</TotalTime>
  <Words>1370</Words>
  <Application>Microsoft Office PowerPoint</Application>
  <PresentationFormat>와이드스크린</PresentationFormat>
  <Paragraphs>407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나눔스퀘어</vt:lpstr>
      <vt:lpstr>맑은 고딕</vt:lpstr>
      <vt:lpstr>Arial</vt:lpstr>
      <vt:lpstr>Wingdings</vt:lpstr>
      <vt:lpstr>Office 테마</vt:lpstr>
      <vt:lpstr>또래관계 검사  화면기획서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부유민</dc:creator>
  <cp:lastModifiedBy>부유민</cp:lastModifiedBy>
  <cp:revision>13</cp:revision>
  <cp:lastPrinted>2025-04-03T05:22:56Z</cp:lastPrinted>
  <dcterms:created xsi:type="dcterms:W3CDTF">2025-03-19T00:30:40Z</dcterms:created>
  <dcterms:modified xsi:type="dcterms:W3CDTF">2025-04-29T09:36:08Z</dcterms:modified>
</cp:coreProperties>
</file>